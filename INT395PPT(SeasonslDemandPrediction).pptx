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3"/>
  </p:notesMasterIdLst>
  <p:sldIdLst>
    <p:sldId id="256" r:id="rId2"/>
    <p:sldId id="258" r:id="rId3"/>
    <p:sldId id="259" r:id="rId4"/>
    <p:sldId id="260" r:id="rId5"/>
    <p:sldId id="261" r:id="rId6"/>
    <p:sldId id="262" r:id="rId7"/>
    <p:sldId id="263" r:id="rId8"/>
    <p:sldId id="264" r:id="rId9"/>
    <p:sldId id="267" r:id="rId10"/>
    <p:sldId id="276" r:id="rId11"/>
    <p:sldId id="277" r:id="rId12"/>
  </p:sldIdLst>
  <p:sldSz cx="9144000" cy="5143500" type="screen16x9"/>
  <p:notesSz cx="6858000" cy="9144000"/>
  <p:embeddedFontLst>
    <p:embeddedFont>
      <p:font typeface="Barlow Medium" panose="00000600000000000000" pitchFamily="2" charset="0"/>
      <p:regular r:id="rId14"/>
      <p:bold r:id="rId15"/>
      <p:italic r:id="rId16"/>
      <p:boldItalic r:id="rId17"/>
    </p:embeddedFont>
    <p:embeddedFont>
      <p:font typeface="Copperplate Gothic Bold" panose="020E0705020206020404" pitchFamily="34" charset="0"/>
      <p:regular r:id="rId18"/>
    </p:embeddedFont>
    <p:embeddedFont>
      <p:font typeface="Darker Grotesque" panose="020B0604020202020204" charset="0"/>
      <p:regular r:id="rId19"/>
      <p:bold r:id="rId20"/>
    </p:embeddedFont>
    <p:embeddedFont>
      <p:font typeface="Darker Grotesque Black" panose="020B0604020202020204" charset="0"/>
      <p:bold r:id="rId21"/>
    </p:embeddedFont>
    <p:embeddedFont>
      <p:font typeface="Nunito Light" pitchFamily="2" charset="0"/>
      <p:regular r:id="rId22"/>
      <p:italic r:id="rId23"/>
    </p:embeddedFont>
    <p:embeddedFont>
      <p:font typeface="Open Sans" panose="020B0606030504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314B30-ED19-4A6A-8075-4866A3DFA9AF}">
  <a:tblStyle styleId="{C4314B30-ED19-4A6A-8075-4866A3DFA9A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6EADF89-B2E6-4C61-A013-C782676E6B5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p:normalViewPr>
  <p:slideViewPr>
    <p:cSldViewPr snapToGrid="0">
      <p:cViewPr varScale="1">
        <p:scale>
          <a:sx n="96" d="100"/>
          <a:sy n="96" d="100"/>
        </p:scale>
        <p:origin x="4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216241d4a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216241d4a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32500" y="183725"/>
            <a:ext cx="8679000" cy="4776000"/>
            <a:chOff x="232500" y="183725"/>
            <a:chExt cx="8679000" cy="4776000"/>
          </a:xfrm>
        </p:grpSpPr>
        <p:sp>
          <p:nvSpPr>
            <p:cNvPr id="10" name="Google Shape;10;p2"/>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 name="Google Shape;11;p2"/>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 name="Google Shape;12;p2"/>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 name="Google Shape;13;p2"/>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 name="Google Shape;14;p2"/>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5" name="Google Shape;15;p2"/>
          <p:cNvSpPr txBox="1">
            <a:spLocks noGrp="1"/>
          </p:cNvSpPr>
          <p:nvPr>
            <p:ph type="ctrTitle"/>
          </p:nvPr>
        </p:nvSpPr>
        <p:spPr>
          <a:xfrm>
            <a:off x="1738925" y="1235288"/>
            <a:ext cx="5666100" cy="21057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6" name="Google Shape;16;p2"/>
          <p:cNvSpPr txBox="1">
            <a:spLocks noGrp="1"/>
          </p:cNvSpPr>
          <p:nvPr>
            <p:ph type="subTitle" idx="1"/>
          </p:nvPr>
        </p:nvSpPr>
        <p:spPr>
          <a:xfrm>
            <a:off x="1739019" y="3432363"/>
            <a:ext cx="56661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grpSp>
        <p:nvGrpSpPr>
          <p:cNvPr id="18" name="Google Shape;18;p3"/>
          <p:cNvGrpSpPr/>
          <p:nvPr/>
        </p:nvGrpSpPr>
        <p:grpSpPr>
          <a:xfrm>
            <a:off x="232500" y="183725"/>
            <a:ext cx="8679000" cy="4776000"/>
            <a:chOff x="232500" y="183725"/>
            <a:chExt cx="8679000" cy="4776000"/>
          </a:xfrm>
        </p:grpSpPr>
        <p:sp>
          <p:nvSpPr>
            <p:cNvPr id="19" name="Google Shape;19;p3"/>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 name="Google Shape;20;p3"/>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 name="Google Shape;21;p3"/>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 name="Google Shape;22;p3"/>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 name="Google Shape;23;p3"/>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4" name="Google Shape;24;p3"/>
          <p:cNvSpPr txBox="1">
            <a:spLocks noGrp="1"/>
          </p:cNvSpPr>
          <p:nvPr>
            <p:ph type="title"/>
          </p:nvPr>
        </p:nvSpPr>
        <p:spPr>
          <a:xfrm>
            <a:off x="4047175" y="2775800"/>
            <a:ext cx="43836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3"/>
          <p:cNvSpPr txBox="1">
            <a:spLocks noGrp="1"/>
          </p:cNvSpPr>
          <p:nvPr>
            <p:ph type="title" idx="2" hasCustomPrompt="1"/>
          </p:nvPr>
        </p:nvSpPr>
        <p:spPr>
          <a:xfrm>
            <a:off x="4047175" y="1525800"/>
            <a:ext cx="1731600" cy="10140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6" name="Google Shape;26;p3"/>
          <p:cNvSpPr>
            <a:spLocks noGrp="1"/>
          </p:cNvSpPr>
          <p:nvPr>
            <p:ph type="pic" idx="3"/>
          </p:nvPr>
        </p:nvSpPr>
        <p:spPr>
          <a:xfrm>
            <a:off x="713225" y="1200862"/>
            <a:ext cx="2760600" cy="2741700"/>
          </a:xfrm>
          <a:prstGeom prst="roundRect">
            <a:avLst>
              <a:gd name="adj" fmla="val 16667"/>
            </a:avLst>
          </a:prstGeom>
          <a:noFill/>
          <a:ln w="19050" cap="flat" cmpd="sng">
            <a:solidFill>
              <a:schemeClr val="accent4"/>
            </a:solidFill>
            <a:prstDash val="solid"/>
            <a:round/>
            <a:headEnd type="none" w="sm" len="sm"/>
            <a:tailEnd type="none" w="sm" len="sm"/>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6"/>
        <p:cNvGrpSpPr/>
        <p:nvPr/>
      </p:nvGrpSpPr>
      <p:grpSpPr>
        <a:xfrm>
          <a:off x="0" y="0"/>
          <a:ext cx="0" cy="0"/>
          <a:chOff x="0" y="0"/>
          <a:chExt cx="0" cy="0"/>
        </a:xfrm>
      </p:grpSpPr>
      <p:grpSp>
        <p:nvGrpSpPr>
          <p:cNvPr id="37" name="Google Shape;37;p5"/>
          <p:cNvGrpSpPr/>
          <p:nvPr/>
        </p:nvGrpSpPr>
        <p:grpSpPr>
          <a:xfrm>
            <a:off x="232500" y="183725"/>
            <a:ext cx="8679000" cy="4776000"/>
            <a:chOff x="232500" y="183725"/>
            <a:chExt cx="8679000" cy="4776000"/>
          </a:xfrm>
        </p:grpSpPr>
        <p:sp>
          <p:nvSpPr>
            <p:cNvPr id="38" name="Google Shape;38;p5"/>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 name="Google Shape;39;p5"/>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 name="Google Shape;40;p5"/>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 name="Google Shape;41;p5"/>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42;p5"/>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43" name="Google Shape;43;p5"/>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Darker Grotesque"/>
              <a:buNone/>
              <a:defRPr>
                <a:latin typeface="Darker Grotesque"/>
                <a:ea typeface="Darker Grotesque"/>
                <a:cs typeface="Darker Grotesque"/>
                <a:sym typeface="Darker Grotesque"/>
              </a:defRPr>
            </a:lvl2pPr>
            <a:lvl3pPr lvl="2" rtl="0">
              <a:spcBef>
                <a:spcPts val="0"/>
              </a:spcBef>
              <a:spcAft>
                <a:spcPts val="0"/>
              </a:spcAft>
              <a:buSzPts val="3000"/>
              <a:buFont typeface="Darker Grotesque"/>
              <a:buNone/>
              <a:defRPr>
                <a:latin typeface="Darker Grotesque"/>
                <a:ea typeface="Darker Grotesque"/>
                <a:cs typeface="Darker Grotesque"/>
                <a:sym typeface="Darker Grotesque"/>
              </a:defRPr>
            </a:lvl3pPr>
            <a:lvl4pPr lvl="3" rtl="0">
              <a:spcBef>
                <a:spcPts val="0"/>
              </a:spcBef>
              <a:spcAft>
                <a:spcPts val="0"/>
              </a:spcAft>
              <a:buSzPts val="3000"/>
              <a:buFont typeface="Darker Grotesque"/>
              <a:buNone/>
              <a:defRPr>
                <a:latin typeface="Darker Grotesque"/>
                <a:ea typeface="Darker Grotesque"/>
                <a:cs typeface="Darker Grotesque"/>
                <a:sym typeface="Darker Grotesque"/>
              </a:defRPr>
            </a:lvl4pPr>
            <a:lvl5pPr lvl="4" rtl="0">
              <a:spcBef>
                <a:spcPts val="0"/>
              </a:spcBef>
              <a:spcAft>
                <a:spcPts val="0"/>
              </a:spcAft>
              <a:buSzPts val="3000"/>
              <a:buFont typeface="Darker Grotesque"/>
              <a:buNone/>
              <a:defRPr>
                <a:latin typeface="Darker Grotesque"/>
                <a:ea typeface="Darker Grotesque"/>
                <a:cs typeface="Darker Grotesque"/>
                <a:sym typeface="Darker Grotesque"/>
              </a:defRPr>
            </a:lvl5pPr>
            <a:lvl6pPr lvl="5" rtl="0">
              <a:spcBef>
                <a:spcPts val="0"/>
              </a:spcBef>
              <a:spcAft>
                <a:spcPts val="0"/>
              </a:spcAft>
              <a:buSzPts val="3000"/>
              <a:buFont typeface="Darker Grotesque"/>
              <a:buNone/>
              <a:defRPr>
                <a:latin typeface="Darker Grotesque"/>
                <a:ea typeface="Darker Grotesque"/>
                <a:cs typeface="Darker Grotesque"/>
                <a:sym typeface="Darker Grotesque"/>
              </a:defRPr>
            </a:lvl6pPr>
            <a:lvl7pPr lvl="6" rtl="0">
              <a:spcBef>
                <a:spcPts val="0"/>
              </a:spcBef>
              <a:spcAft>
                <a:spcPts val="0"/>
              </a:spcAft>
              <a:buSzPts val="3000"/>
              <a:buFont typeface="Darker Grotesque"/>
              <a:buNone/>
              <a:defRPr>
                <a:latin typeface="Darker Grotesque"/>
                <a:ea typeface="Darker Grotesque"/>
                <a:cs typeface="Darker Grotesque"/>
                <a:sym typeface="Darker Grotesque"/>
              </a:defRPr>
            </a:lvl7pPr>
            <a:lvl8pPr lvl="7" rtl="0">
              <a:spcBef>
                <a:spcPts val="0"/>
              </a:spcBef>
              <a:spcAft>
                <a:spcPts val="0"/>
              </a:spcAft>
              <a:buSzPts val="3000"/>
              <a:buFont typeface="Darker Grotesque"/>
              <a:buNone/>
              <a:defRPr>
                <a:latin typeface="Darker Grotesque"/>
                <a:ea typeface="Darker Grotesque"/>
                <a:cs typeface="Darker Grotesque"/>
                <a:sym typeface="Darker Grotesque"/>
              </a:defRPr>
            </a:lvl8pPr>
            <a:lvl9pPr lvl="8" rtl="0">
              <a:spcBef>
                <a:spcPts val="0"/>
              </a:spcBef>
              <a:spcAft>
                <a:spcPts val="0"/>
              </a:spcAft>
              <a:buSzPts val="3000"/>
              <a:buFont typeface="Darker Grotesque"/>
              <a:buNone/>
              <a:defRPr>
                <a:latin typeface="Darker Grotesque"/>
                <a:ea typeface="Darker Grotesque"/>
                <a:cs typeface="Darker Grotesque"/>
                <a:sym typeface="Darker Grotesque"/>
              </a:defRPr>
            </a:lvl9pPr>
          </a:lstStyle>
          <a:p>
            <a:endParaRPr/>
          </a:p>
        </p:txBody>
      </p:sp>
      <p:sp>
        <p:nvSpPr>
          <p:cNvPr id="44" name="Google Shape;44;p5"/>
          <p:cNvSpPr txBox="1">
            <a:spLocks noGrp="1"/>
          </p:cNvSpPr>
          <p:nvPr>
            <p:ph type="subTitle" idx="1"/>
          </p:nvPr>
        </p:nvSpPr>
        <p:spPr>
          <a:xfrm>
            <a:off x="4923249" y="2762675"/>
            <a:ext cx="2505600" cy="145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5" name="Google Shape;45;p5"/>
          <p:cNvSpPr txBox="1">
            <a:spLocks noGrp="1"/>
          </p:cNvSpPr>
          <p:nvPr>
            <p:ph type="subTitle" idx="2"/>
          </p:nvPr>
        </p:nvSpPr>
        <p:spPr>
          <a:xfrm>
            <a:off x="1715375" y="2762675"/>
            <a:ext cx="2505600" cy="145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3"/>
          </p:nvPr>
        </p:nvSpPr>
        <p:spPr>
          <a:xfrm>
            <a:off x="1715375" y="2383429"/>
            <a:ext cx="25056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47" name="Google Shape;47;p5"/>
          <p:cNvSpPr txBox="1">
            <a:spLocks noGrp="1"/>
          </p:cNvSpPr>
          <p:nvPr>
            <p:ph type="subTitle" idx="4"/>
          </p:nvPr>
        </p:nvSpPr>
        <p:spPr>
          <a:xfrm>
            <a:off x="4923250" y="2383429"/>
            <a:ext cx="25056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grpSp>
        <p:nvGrpSpPr>
          <p:cNvPr id="49" name="Google Shape;49;p6"/>
          <p:cNvGrpSpPr/>
          <p:nvPr/>
        </p:nvGrpSpPr>
        <p:grpSpPr>
          <a:xfrm>
            <a:off x="232500" y="183725"/>
            <a:ext cx="8679000" cy="4776000"/>
            <a:chOff x="232500" y="183725"/>
            <a:chExt cx="8679000" cy="4776000"/>
          </a:xfrm>
        </p:grpSpPr>
        <p:sp>
          <p:nvSpPr>
            <p:cNvPr id="50" name="Google Shape;50;p6"/>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 name="Google Shape;51;p6"/>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 name="Google Shape;52;p6"/>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 name="Google Shape;53;p6"/>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 name="Google Shape;54;p6"/>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55" name="Google Shape;55;p6"/>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grpSp>
        <p:nvGrpSpPr>
          <p:cNvPr id="57" name="Google Shape;57;p7"/>
          <p:cNvGrpSpPr/>
          <p:nvPr/>
        </p:nvGrpSpPr>
        <p:grpSpPr>
          <a:xfrm>
            <a:off x="232500" y="183725"/>
            <a:ext cx="8679000" cy="4776000"/>
            <a:chOff x="232500" y="183725"/>
            <a:chExt cx="8679000" cy="4776000"/>
          </a:xfrm>
        </p:grpSpPr>
        <p:sp>
          <p:nvSpPr>
            <p:cNvPr id="58" name="Google Shape;58;p7"/>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 name="Google Shape;59;p7"/>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 name="Google Shape;60;p7"/>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1" name="Google Shape;61;p7"/>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2" name="Google Shape;62;p7"/>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63" name="Google Shape;63;p7"/>
          <p:cNvSpPr txBox="1">
            <a:spLocks noGrp="1"/>
          </p:cNvSpPr>
          <p:nvPr>
            <p:ph type="title"/>
          </p:nvPr>
        </p:nvSpPr>
        <p:spPr>
          <a:xfrm>
            <a:off x="811975" y="1315000"/>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4" name="Google Shape;64;p7"/>
          <p:cNvSpPr txBox="1">
            <a:spLocks noGrp="1"/>
          </p:cNvSpPr>
          <p:nvPr>
            <p:ph type="subTitle" idx="1"/>
          </p:nvPr>
        </p:nvSpPr>
        <p:spPr>
          <a:xfrm>
            <a:off x="811975" y="1887700"/>
            <a:ext cx="4294800" cy="209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65" name="Google Shape;65;p7"/>
          <p:cNvSpPr>
            <a:spLocks noGrp="1"/>
          </p:cNvSpPr>
          <p:nvPr>
            <p:ph type="pic" idx="2"/>
          </p:nvPr>
        </p:nvSpPr>
        <p:spPr>
          <a:xfrm>
            <a:off x="5643775" y="922900"/>
            <a:ext cx="2787000" cy="3453300"/>
          </a:xfrm>
          <a:prstGeom prst="roundRect">
            <a:avLst>
              <a:gd name="adj" fmla="val 16667"/>
            </a:avLst>
          </a:prstGeom>
          <a:noFill/>
          <a:ln w="19050" cap="flat" cmpd="sng">
            <a:solidFill>
              <a:schemeClr val="accent4"/>
            </a:solidFill>
            <a:prstDash val="solid"/>
            <a:round/>
            <a:headEnd type="none" w="sm" len="sm"/>
            <a:tailEnd type="none" w="sm" len="sm"/>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grpSp>
        <p:nvGrpSpPr>
          <p:cNvPr id="67" name="Google Shape;67;p8"/>
          <p:cNvGrpSpPr/>
          <p:nvPr/>
        </p:nvGrpSpPr>
        <p:grpSpPr>
          <a:xfrm>
            <a:off x="232500" y="183725"/>
            <a:ext cx="8679000" cy="4776000"/>
            <a:chOff x="232500" y="183725"/>
            <a:chExt cx="8679000" cy="4776000"/>
          </a:xfrm>
        </p:grpSpPr>
        <p:sp>
          <p:nvSpPr>
            <p:cNvPr id="68" name="Google Shape;68;p8"/>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9" name="Google Shape;69;p8"/>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0" name="Google Shape;70;p8"/>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1" name="Google Shape;71;p8"/>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2" name="Google Shape;72;p8"/>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73" name="Google Shape;7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grpSp>
        <p:nvGrpSpPr>
          <p:cNvPr id="75" name="Google Shape;75;p9"/>
          <p:cNvGrpSpPr/>
          <p:nvPr/>
        </p:nvGrpSpPr>
        <p:grpSpPr>
          <a:xfrm>
            <a:off x="232500" y="183725"/>
            <a:ext cx="8679000" cy="4776000"/>
            <a:chOff x="232500" y="183725"/>
            <a:chExt cx="8679000" cy="4776000"/>
          </a:xfrm>
        </p:grpSpPr>
        <p:sp>
          <p:nvSpPr>
            <p:cNvPr id="76" name="Google Shape;76;p9"/>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7" name="Google Shape;77;p9"/>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8" name="Google Shape;78;p9"/>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9" name="Google Shape;79;p9"/>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0" name="Google Shape;80;p9"/>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81" name="Google Shape;81;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500"/>
              <a:buNone/>
              <a:defRPr sz="45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2" name="Google Shape;8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10"/>
          <p:cNvSpPr>
            <a:spLocks noGrp="1"/>
          </p:cNvSpPr>
          <p:nvPr>
            <p:ph type="pic" idx="2"/>
          </p:nvPr>
        </p:nvSpPr>
        <p:spPr>
          <a:xfrm>
            <a:off x="-22325" y="-21050"/>
            <a:ext cx="9201900" cy="5164500"/>
          </a:xfrm>
          <a:prstGeom prst="rect">
            <a:avLst/>
          </a:prstGeom>
          <a:noFill/>
          <a:ln>
            <a:noFill/>
          </a:ln>
        </p:spPr>
      </p:sp>
      <p:sp>
        <p:nvSpPr>
          <p:cNvPr id="85" name="Google Shape;85;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6"/>
        <p:cNvGrpSpPr/>
        <p:nvPr/>
      </p:nvGrpSpPr>
      <p:grpSpPr>
        <a:xfrm>
          <a:off x="0" y="0"/>
          <a:ext cx="0" cy="0"/>
          <a:chOff x="0" y="0"/>
          <a:chExt cx="0" cy="0"/>
        </a:xfrm>
      </p:grpSpPr>
      <p:grpSp>
        <p:nvGrpSpPr>
          <p:cNvPr id="97" name="Google Shape;97;p13"/>
          <p:cNvGrpSpPr/>
          <p:nvPr/>
        </p:nvGrpSpPr>
        <p:grpSpPr>
          <a:xfrm>
            <a:off x="232500" y="183725"/>
            <a:ext cx="8679000" cy="4776000"/>
            <a:chOff x="232500" y="183725"/>
            <a:chExt cx="8679000" cy="4776000"/>
          </a:xfrm>
        </p:grpSpPr>
        <p:sp>
          <p:nvSpPr>
            <p:cNvPr id="98" name="Google Shape;98;p13"/>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9" name="Google Shape;99;p13"/>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0" name="Google Shape;100;p13"/>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1" name="Google Shape;101;p13"/>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2" name="Google Shape;102;p13"/>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03" name="Google Shape;103;p13"/>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 name="Google Shape;104;p13"/>
          <p:cNvSpPr txBox="1">
            <a:spLocks noGrp="1"/>
          </p:cNvSpPr>
          <p:nvPr>
            <p:ph type="title" idx="2" hasCustomPrompt="1"/>
          </p:nvPr>
        </p:nvSpPr>
        <p:spPr>
          <a:xfrm>
            <a:off x="1505400" y="1504162"/>
            <a:ext cx="734700" cy="572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3" hasCustomPrompt="1"/>
          </p:nvPr>
        </p:nvSpPr>
        <p:spPr>
          <a:xfrm>
            <a:off x="1505400" y="3090116"/>
            <a:ext cx="734700" cy="572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4" hasCustomPrompt="1"/>
          </p:nvPr>
        </p:nvSpPr>
        <p:spPr>
          <a:xfrm>
            <a:off x="4204675" y="1504162"/>
            <a:ext cx="734700" cy="572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5" hasCustomPrompt="1"/>
          </p:nvPr>
        </p:nvSpPr>
        <p:spPr>
          <a:xfrm>
            <a:off x="4204675" y="3090116"/>
            <a:ext cx="734700" cy="572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6" hasCustomPrompt="1"/>
          </p:nvPr>
        </p:nvSpPr>
        <p:spPr>
          <a:xfrm>
            <a:off x="6903950" y="1504162"/>
            <a:ext cx="734700" cy="572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7" hasCustomPrompt="1"/>
          </p:nvPr>
        </p:nvSpPr>
        <p:spPr>
          <a:xfrm>
            <a:off x="6903950" y="3090116"/>
            <a:ext cx="734700" cy="572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subTitle" idx="1"/>
          </p:nvPr>
        </p:nvSpPr>
        <p:spPr>
          <a:xfrm>
            <a:off x="720000" y="2213388"/>
            <a:ext cx="2305500" cy="50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11" name="Google Shape;111;p13"/>
          <p:cNvSpPr txBox="1">
            <a:spLocks noGrp="1"/>
          </p:cNvSpPr>
          <p:nvPr>
            <p:ph type="subTitle" idx="8"/>
          </p:nvPr>
        </p:nvSpPr>
        <p:spPr>
          <a:xfrm>
            <a:off x="3419275" y="2213388"/>
            <a:ext cx="2305500" cy="50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12" name="Google Shape;112;p13"/>
          <p:cNvSpPr txBox="1">
            <a:spLocks noGrp="1"/>
          </p:cNvSpPr>
          <p:nvPr>
            <p:ph type="subTitle" idx="9"/>
          </p:nvPr>
        </p:nvSpPr>
        <p:spPr>
          <a:xfrm>
            <a:off x="6118550" y="2213388"/>
            <a:ext cx="2305500" cy="50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13" name="Google Shape;113;p13"/>
          <p:cNvSpPr txBox="1">
            <a:spLocks noGrp="1"/>
          </p:cNvSpPr>
          <p:nvPr>
            <p:ph type="subTitle" idx="13"/>
          </p:nvPr>
        </p:nvSpPr>
        <p:spPr>
          <a:xfrm>
            <a:off x="720000" y="3799263"/>
            <a:ext cx="2305500" cy="50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14" name="Google Shape;114;p13"/>
          <p:cNvSpPr txBox="1">
            <a:spLocks noGrp="1"/>
          </p:cNvSpPr>
          <p:nvPr>
            <p:ph type="subTitle" idx="14"/>
          </p:nvPr>
        </p:nvSpPr>
        <p:spPr>
          <a:xfrm>
            <a:off x="3419275" y="3799263"/>
            <a:ext cx="2305500" cy="50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15" name="Google Shape;115;p13"/>
          <p:cNvSpPr txBox="1">
            <a:spLocks noGrp="1"/>
          </p:cNvSpPr>
          <p:nvPr>
            <p:ph type="subTitle" idx="15"/>
          </p:nvPr>
        </p:nvSpPr>
        <p:spPr>
          <a:xfrm>
            <a:off x="6118550" y="3799263"/>
            <a:ext cx="2305500" cy="50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6"/>
        <p:cNvGrpSpPr/>
        <p:nvPr/>
      </p:nvGrpSpPr>
      <p:grpSpPr>
        <a:xfrm>
          <a:off x="0" y="0"/>
          <a:ext cx="0" cy="0"/>
          <a:chOff x="0" y="0"/>
          <a:chExt cx="0" cy="0"/>
        </a:xfrm>
      </p:grpSpPr>
      <p:grpSp>
        <p:nvGrpSpPr>
          <p:cNvPr id="117" name="Google Shape;117;p14"/>
          <p:cNvGrpSpPr/>
          <p:nvPr/>
        </p:nvGrpSpPr>
        <p:grpSpPr>
          <a:xfrm>
            <a:off x="232500" y="183725"/>
            <a:ext cx="8679000" cy="4776000"/>
            <a:chOff x="232500" y="183725"/>
            <a:chExt cx="8679000" cy="4776000"/>
          </a:xfrm>
        </p:grpSpPr>
        <p:sp>
          <p:nvSpPr>
            <p:cNvPr id="118" name="Google Shape;118;p14"/>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9" name="Google Shape;119;p14"/>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0" name="Google Shape;120;p14"/>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1" name="Google Shape;121;p14"/>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2" name="Google Shape;122;p14"/>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23" name="Google Shape;123;p14"/>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4" name="Google Shape;124;p14"/>
          <p:cNvSpPr txBox="1">
            <a:spLocks noGrp="1"/>
          </p:cNvSpPr>
          <p:nvPr>
            <p:ph type="subTitle" idx="1"/>
          </p:nvPr>
        </p:nvSpPr>
        <p:spPr>
          <a:xfrm>
            <a:off x="2363650" y="1515162"/>
            <a:ext cx="4854000" cy="73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5" name="Google Shape;125;p14"/>
          <p:cNvSpPr txBox="1">
            <a:spLocks noGrp="1"/>
          </p:cNvSpPr>
          <p:nvPr>
            <p:ph type="subTitle" idx="2"/>
          </p:nvPr>
        </p:nvSpPr>
        <p:spPr>
          <a:xfrm>
            <a:off x="2363644" y="2628674"/>
            <a:ext cx="4854000" cy="73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6" name="Google Shape;126;p14"/>
          <p:cNvSpPr txBox="1">
            <a:spLocks noGrp="1"/>
          </p:cNvSpPr>
          <p:nvPr>
            <p:ph type="subTitle" idx="3"/>
          </p:nvPr>
        </p:nvSpPr>
        <p:spPr>
          <a:xfrm>
            <a:off x="2363652" y="3742174"/>
            <a:ext cx="4854000" cy="73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7" name="Google Shape;127;p14"/>
          <p:cNvSpPr txBox="1">
            <a:spLocks noGrp="1"/>
          </p:cNvSpPr>
          <p:nvPr>
            <p:ph type="subTitle" idx="4"/>
          </p:nvPr>
        </p:nvSpPr>
        <p:spPr>
          <a:xfrm>
            <a:off x="2363650" y="1133338"/>
            <a:ext cx="48540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28" name="Google Shape;128;p14"/>
          <p:cNvSpPr txBox="1">
            <a:spLocks noGrp="1"/>
          </p:cNvSpPr>
          <p:nvPr>
            <p:ph type="subTitle" idx="5"/>
          </p:nvPr>
        </p:nvSpPr>
        <p:spPr>
          <a:xfrm>
            <a:off x="2363655" y="2246850"/>
            <a:ext cx="48540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29" name="Google Shape;129;p14"/>
          <p:cNvSpPr txBox="1">
            <a:spLocks noGrp="1"/>
          </p:cNvSpPr>
          <p:nvPr>
            <p:ph type="subTitle" idx="6"/>
          </p:nvPr>
        </p:nvSpPr>
        <p:spPr>
          <a:xfrm>
            <a:off x="2363659" y="3360350"/>
            <a:ext cx="48540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30"/>
        <p:cNvGrpSpPr/>
        <p:nvPr/>
      </p:nvGrpSpPr>
      <p:grpSpPr>
        <a:xfrm>
          <a:off x="0" y="0"/>
          <a:ext cx="0" cy="0"/>
          <a:chOff x="0" y="0"/>
          <a:chExt cx="0" cy="0"/>
        </a:xfrm>
      </p:grpSpPr>
      <p:grpSp>
        <p:nvGrpSpPr>
          <p:cNvPr id="131" name="Google Shape;131;p15"/>
          <p:cNvGrpSpPr/>
          <p:nvPr/>
        </p:nvGrpSpPr>
        <p:grpSpPr>
          <a:xfrm>
            <a:off x="232500" y="183725"/>
            <a:ext cx="8679000" cy="4776000"/>
            <a:chOff x="232500" y="183725"/>
            <a:chExt cx="8679000" cy="4776000"/>
          </a:xfrm>
        </p:grpSpPr>
        <p:sp>
          <p:nvSpPr>
            <p:cNvPr id="132" name="Google Shape;132;p15"/>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3" name="Google Shape;133;p15"/>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4" name="Google Shape;134;p15"/>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5" name="Google Shape;135;p15"/>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6" name="Google Shape;136;p15"/>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37" name="Google Shape;137;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15"/>
          <p:cNvSpPr txBox="1">
            <a:spLocks noGrp="1"/>
          </p:cNvSpPr>
          <p:nvPr>
            <p:ph type="subTitle" idx="1"/>
          </p:nvPr>
        </p:nvSpPr>
        <p:spPr>
          <a:xfrm>
            <a:off x="1598950" y="1753075"/>
            <a:ext cx="2592600" cy="10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9" name="Google Shape;139;p15"/>
          <p:cNvSpPr txBox="1">
            <a:spLocks noGrp="1"/>
          </p:cNvSpPr>
          <p:nvPr>
            <p:ph type="subTitle" idx="2"/>
          </p:nvPr>
        </p:nvSpPr>
        <p:spPr>
          <a:xfrm>
            <a:off x="5477578" y="1753075"/>
            <a:ext cx="2592600" cy="10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0" name="Google Shape;140;p15"/>
          <p:cNvSpPr txBox="1">
            <a:spLocks noGrp="1"/>
          </p:cNvSpPr>
          <p:nvPr>
            <p:ph type="subTitle" idx="3"/>
          </p:nvPr>
        </p:nvSpPr>
        <p:spPr>
          <a:xfrm>
            <a:off x="1598950" y="3298725"/>
            <a:ext cx="2592600" cy="10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1" name="Google Shape;141;p15"/>
          <p:cNvSpPr txBox="1">
            <a:spLocks noGrp="1"/>
          </p:cNvSpPr>
          <p:nvPr>
            <p:ph type="subTitle" idx="4"/>
          </p:nvPr>
        </p:nvSpPr>
        <p:spPr>
          <a:xfrm>
            <a:off x="5477578" y="3298725"/>
            <a:ext cx="2592600" cy="10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15"/>
          <p:cNvSpPr txBox="1">
            <a:spLocks noGrp="1"/>
          </p:cNvSpPr>
          <p:nvPr>
            <p:ph type="subTitle" idx="5"/>
          </p:nvPr>
        </p:nvSpPr>
        <p:spPr>
          <a:xfrm>
            <a:off x="1598951" y="1371775"/>
            <a:ext cx="25926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43" name="Google Shape;143;p15"/>
          <p:cNvSpPr txBox="1">
            <a:spLocks noGrp="1"/>
          </p:cNvSpPr>
          <p:nvPr>
            <p:ph type="subTitle" idx="6"/>
          </p:nvPr>
        </p:nvSpPr>
        <p:spPr>
          <a:xfrm>
            <a:off x="1598951" y="2917575"/>
            <a:ext cx="25926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44" name="Google Shape;144;p15"/>
          <p:cNvSpPr txBox="1">
            <a:spLocks noGrp="1"/>
          </p:cNvSpPr>
          <p:nvPr>
            <p:ph type="subTitle" idx="7"/>
          </p:nvPr>
        </p:nvSpPr>
        <p:spPr>
          <a:xfrm>
            <a:off x="5477563" y="1371775"/>
            <a:ext cx="25926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45" name="Google Shape;145;p15"/>
          <p:cNvSpPr txBox="1">
            <a:spLocks noGrp="1"/>
          </p:cNvSpPr>
          <p:nvPr>
            <p:ph type="subTitle" idx="8"/>
          </p:nvPr>
        </p:nvSpPr>
        <p:spPr>
          <a:xfrm>
            <a:off x="5477563" y="2917575"/>
            <a:ext cx="25926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6"/>
        <p:cNvGrpSpPr/>
        <p:nvPr/>
      </p:nvGrpSpPr>
      <p:grpSpPr>
        <a:xfrm>
          <a:off x="0" y="0"/>
          <a:ext cx="0" cy="0"/>
          <a:chOff x="0" y="0"/>
          <a:chExt cx="0" cy="0"/>
        </a:xfrm>
      </p:grpSpPr>
      <p:grpSp>
        <p:nvGrpSpPr>
          <p:cNvPr id="147" name="Google Shape;147;p16"/>
          <p:cNvGrpSpPr/>
          <p:nvPr/>
        </p:nvGrpSpPr>
        <p:grpSpPr>
          <a:xfrm>
            <a:off x="232500" y="183725"/>
            <a:ext cx="8679000" cy="4776000"/>
            <a:chOff x="232500" y="183725"/>
            <a:chExt cx="8679000" cy="4776000"/>
          </a:xfrm>
        </p:grpSpPr>
        <p:sp>
          <p:nvSpPr>
            <p:cNvPr id="148" name="Google Shape;148;p16"/>
            <p:cNvSpPr/>
            <p:nvPr/>
          </p:nvSpPr>
          <p:spPr>
            <a:xfrm>
              <a:off x="232500" y="183725"/>
              <a:ext cx="8679000" cy="4776000"/>
            </a:xfrm>
            <a:prstGeom prst="roundRect">
              <a:avLst>
                <a:gd name="adj" fmla="val 3848"/>
              </a:avLst>
            </a:prstGeom>
            <a:solidFill>
              <a:schemeClr val="dk2"/>
            </a:solidFill>
            <a:ln w="19050" cap="flat" cmpd="sng">
              <a:solidFill>
                <a:schemeClr val="accent4"/>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9" name="Google Shape;149;p16"/>
            <p:cNvSpPr/>
            <p:nvPr/>
          </p:nvSpPr>
          <p:spPr>
            <a:xfrm>
              <a:off x="232500" y="183725"/>
              <a:ext cx="8679000" cy="289500"/>
            </a:xfrm>
            <a:prstGeom prst="round2SameRect">
              <a:avLst>
                <a:gd name="adj1" fmla="val 50000"/>
                <a:gd name="adj2"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0" name="Google Shape;150;p16"/>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1" name="Google Shape;151;p16"/>
            <p:cNvSpPr/>
            <p:nvPr/>
          </p:nvSpPr>
          <p:spPr>
            <a:xfrm>
              <a:off x="8172199" y="274025"/>
              <a:ext cx="116400" cy="1164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2" name="Google Shape;152;p16"/>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53" name="Google Shape;153;p16"/>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4" name="Google Shape;154;p16"/>
          <p:cNvSpPr txBox="1">
            <a:spLocks noGrp="1"/>
          </p:cNvSpPr>
          <p:nvPr>
            <p:ph type="subTitle" idx="1"/>
          </p:nvPr>
        </p:nvSpPr>
        <p:spPr>
          <a:xfrm>
            <a:off x="801000" y="1753075"/>
            <a:ext cx="2333700" cy="10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5" name="Google Shape;155;p16"/>
          <p:cNvSpPr txBox="1">
            <a:spLocks noGrp="1"/>
          </p:cNvSpPr>
          <p:nvPr>
            <p:ph type="subTitle" idx="2"/>
          </p:nvPr>
        </p:nvSpPr>
        <p:spPr>
          <a:xfrm>
            <a:off x="3410347" y="1753079"/>
            <a:ext cx="2319600" cy="10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16"/>
          <p:cNvSpPr txBox="1">
            <a:spLocks noGrp="1"/>
          </p:cNvSpPr>
          <p:nvPr>
            <p:ph type="subTitle" idx="3"/>
          </p:nvPr>
        </p:nvSpPr>
        <p:spPr>
          <a:xfrm>
            <a:off x="801075" y="3298725"/>
            <a:ext cx="2333700" cy="10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7" name="Google Shape;157;p16"/>
          <p:cNvSpPr txBox="1">
            <a:spLocks noGrp="1"/>
          </p:cNvSpPr>
          <p:nvPr>
            <p:ph type="subTitle" idx="4"/>
          </p:nvPr>
        </p:nvSpPr>
        <p:spPr>
          <a:xfrm>
            <a:off x="3410348" y="3298726"/>
            <a:ext cx="2319600" cy="10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8" name="Google Shape;158;p16"/>
          <p:cNvSpPr txBox="1">
            <a:spLocks noGrp="1"/>
          </p:cNvSpPr>
          <p:nvPr>
            <p:ph type="subTitle" idx="5"/>
          </p:nvPr>
        </p:nvSpPr>
        <p:spPr>
          <a:xfrm>
            <a:off x="6007901" y="1753080"/>
            <a:ext cx="2328900" cy="10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6"/>
          <p:cNvSpPr txBox="1">
            <a:spLocks noGrp="1"/>
          </p:cNvSpPr>
          <p:nvPr>
            <p:ph type="subTitle" idx="6"/>
          </p:nvPr>
        </p:nvSpPr>
        <p:spPr>
          <a:xfrm>
            <a:off x="6007902" y="3298726"/>
            <a:ext cx="2328900" cy="10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6"/>
          <p:cNvSpPr txBox="1">
            <a:spLocks noGrp="1"/>
          </p:cNvSpPr>
          <p:nvPr>
            <p:ph type="subTitle" idx="7"/>
          </p:nvPr>
        </p:nvSpPr>
        <p:spPr>
          <a:xfrm>
            <a:off x="800875" y="1371775"/>
            <a:ext cx="23337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61" name="Google Shape;161;p16"/>
          <p:cNvSpPr txBox="1">
            <a:spLocks noGrp="1"/>
          </p:cNvSpPr>
          <p:nvPr>
            <p:ph type="subTitle" idx="8"/>
          </p:nvPr>
        </p:nvSpPr>
        <p:spPr>
          <a:xfrm>
            <a:off x="3417192" y="1371775"/>
            <a:ext cx="23106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62" name="Google Shape;162;p16"/>
          <p:cNvSpPr txBox="1">
            <a:spLocks noGrp="1"/>
          </p:cNvSpPr>
          <p:nvPr>
            <p:ph type="subTitle" idx="9"/>
          </p:nvPr>
        </p:nvSpPr>
        <p:spPr>
          <a:xfrm>
            <a:off x="6003225" y="1371775"/>
            <a:ext cx="23289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63" name="Google Shape;163;p16"/>
          <p:cNvSpPr txBox="1">
            <a:spLocks noGrp="1"/>
          </p:cNvSpPr>
          <p:nvPr>
            <p:ph type="subTitle" idx="13"/>
          </p:nvPr>
        </p:nvSpPr>
        <p:spPr>
          <a:xfrm>
            <a:off x="801075" y="2917575"/>
            <a:ext cx="23337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64" name="Google Shape;164;p16"/>
          <p:cNvSpPr txBox="1">
            <a:spLocks noGrp="1"/>
          </p:cNvSpPr>
          <p:nvPr>
            <p:ph type="subTitle" idx="14"/>
          </p:nvPr>
        </p:nvSpPr>
        <p:spPr>
          <a:xfrm>
            <a:off x="3417189" y="2917574"/>
            <a:ext cx="23106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
        <p:nvSpPr>
          <p:cNvPr id="165" name="Google Shape;165;p16"/>
          <p:cNvSpPr txBox="1">
            <a:spLocks noGrp="1"/>
          </p:cNvSpPr>
          <p:nvPr>
            <p:ph type="subTitle" idx="15"/>
          </p:nvPr>
        </p:nvSpPr>
        <p:spPr>
          <a:xfrm>
            <a:off x="6012490" y="2917575"/>
            <a:ext cx="2319600" cy="460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2pPr>
            <a:lvl3pPr lvl="2"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3pPr>
            <a:lvl4pPr lvl="3"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4pPr>
            <a:lvl5pPr lvl="4"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5pPr>
            <a:lvl6pPr lvl="5"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6pPr>
            <a:lvl7pPr lvl="6"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7pPr>
            <a:lvl8pPr lvl="7"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8pPr>
            <a:lvl9pPr lvl="8" algn="ctr" rtl="0">
              <a:lnSpc>
                <a:spcPct val="100000"/>
              </a:lnSpc>
              <a:spcBef>
                <a:spcPts val="0"/>
              </a:spcBef>
              <a:spcAft>
                <a:spcPts val="0"/>
              </a:spcAft>
              <a:buSzPts val="2400"/>
              <a:buFont typeface="Darker Grotesque"/>
              <a:buNone/>
              <a:defRPr sz="2400" b="1">
                <a:latin typeface="Darker Grotesque"/>
                <a:ea typeface="Darker Grotesque"/>
                <a:cs typeface="Darker Grotesque"/>
                <a:sym typeface="Darker Grotesqu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9"/>
        <p:cNvGrpSpPr/>
        <p:nvPr/>
      </p:nvGrpSpPr>
      <p:grpSpPr>
        <a:xfrm>
          <a:off x="0" y="0"/>
          <a:ext cx="0" cy="0"/>
          <a:chOff x="0" y="0"/>
          <a:chExt cx="0" cy="0"/>
        </a:xfrm>
      </p:grpSpPr>
      <p:grpSp>
        <p:nvGrpSpPr>
          <p:cNvPr id="190" name="Google Shape;190;p19"/>
          <p:cNvGrpSpPr/>
          <p:nvPr/>
        </p:nvGrpSpPr>
        <p:grpSpPr>
          <a:xfrm>
            <a:off x="232500" y="183725"/>
            <a:ext cx="8679000" cy="4776000"/>
            <a:chOff x="232500" y="183725"/>
            <a:chExt cx="8679000" cy="4776000"/>
          </a:xfrm>
        </p:grpSpPr>
        <p:sp>
          <p:nvSpPr>
            <p:cNvPr id="191" name="Google Shape;191;p19"/>
            <p:cNvSpPr/>
            <p:nvPr/>
          </p:nvSpPr>
          <p:spPr>
            <a:xfrm>
              <a:off x="232500" y="183725"/>
              <a:ext cx="8679000" cy="4776000"/>
            </a:xfrm>
            <a:prstGeom prst="roundRect">
              <a:avLst>
                <a:gd name="adj" fmla="val 3848"/>
              </a:avLst>
            </a:prstGeom>
            <a:solidFill>
              <a:schemeClr val="dk2"/>
            </a:solidFill>
            <a:ln w="19050" cap="flat" cmpd="sng">
              <a:solidFill>
                <a:schemeClr val="accent2"/>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2" name="Google Shape;192;p19"/>
            <p:cNvSpPr/>
            <p:nvPr/>
          </p:nvSpPr>
          <p:spPr>
            <a:xfrm>
              <a:off x="232500" y="183725"/>
              <a:ext cx="8679000" cy="2895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3" name="Google Shape;193;p19"/>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4" name="Google Shape;194;p19"/>
            <p:cNvSpPr/>
            <p:nvPr/>
          </p:nvSpPr>
          <p:spPr>
            <a:xfrm>
              <a:off x="8172199" y="274025"/>
              <a:ext cx="116400" cy="116400"/>
            </a:xfrm>
            <a:prstGeom prst="ellipse">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5" name="Google Shape;195;p19"/>
            <p:cNvSpPr/>
            <p:nvPr/>
          </p:nvSpPr>
          <p:spPr>
            <a:xfrm>
              <a:off x="8416024" y="274025"/>
              <a:ext cx="116400" cy="1164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96"/>
        <p:cNvGrpSpPr/>
        <p:nvPr/>
      </p:nvGrpSpPr>
      <p:grpSpPr>
        <a:xfrm>
          <a:off x="0" y="0"/>
          <a:ext cx="0" cy="0"/>
          <a:chOff x="0" y="0"/>
          <a:chExt cx="0" cy="0"/>
        </a:xfrm>
      </p:grpSpPr>
      <p:grpSp>
        <p:nvGrpSpPr>
          <p:cNvPr id="197" name="Google Shape;197;p20"/>
          <p:cNvGrpSpPr/>
          <p:nvPr/>
        </p:nvGrpSpPr>
        <p:grpSpPr>
          <a:xfrm>
            <a:off x="232500" y="183725"/>
            <a:ext cx="8679000" cy="4776000"/>
            <a:chOff x="232500" y="183725"/>
            <a:chExt cx="8679000" cy="4776000"/>
          </a:xfrm>
        </p:grpSpPr>
        <p:sp>
          <p:nvSpPr>
            <p:cNvPr id="198" name="Google Shape;198;p20"/>
            <p:cNvSpPr/>
            <p:nvPr/>
          </p:nvSpPr>
          <p:spPr>
            <a:xfrm>
              <a:off x="232500" y="183725"/>
              <a:ext cx="8679000" cy="4776000"/>
            </a:xfrm>
            <a:prstGeom prst="roundRect">
              <a:avLst>
                <a:gd name="adj" fmla="val 3848"/>
              </a:avLst>
            </a:prstGeom>
            <a:solidFill>
              <a:schemeClr val="dk2"/>
            </a:solidFill>
            <a:ln w="19050" cap="flat" cmpd="sng">
              <a:solidFill>
                <a:schemeClr val="lt2"/>
              </a:solidFill>
              <a:prstDash val="solid"/>
              <a:round/>
              <a:headEnd type="none" w="sm" len="sm"/>
              <a:tailEnd type="none" w="sm" len="sm"/>
            </a:ln>
            <a:effectLst>
              <a:outerShdw blurRad="185738" dist="47625" dir="3000000" algn="bl" rotWithShape="0">
                <a:schemeClr val="dk1">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9" name="Google Shape;199;p20"/>
            <p:cNvSpPr/>
            <p:nvPr/>
          </p:nvSpPr>
          <p:spPr>
            <a:xfrm>
              <a:off x="232500" y="183725"/>
              <a:ext cx="8679000" cy="2895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0" name="Google Shape;200;p20"/>
            <p:cNvSpPr/>
            <p:nvPr/>
          </p:nvSpPr>
          <p:spPr>
            <a:xfrm>
              <a:off x="7928375" y="274025"/>
              <a:ext cx="116400" cy="116400"/>
            </a:xfrm>
            <a:prstGeom prst="ellipse">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1" name="Google Shape;201;p20"/>
            <p:cNvSpPr/>
            <p:nvPr/>
          </p:nvSpPr>
          <p:spPr>
            <a:xfrm>
              <a:off x="8172199" y="274025"/>
              <a:ext cx="116400" cy="116400"/>
            </a:xfrm>
            <a:prstGeom prst="ellipse">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2" name="Google Shape;202;p20"/>
            <p:cNvSpPr/>
            <p:nvPr/>
          </p:nvSpPr>
          <p:spPr>
            <a:xfrm>
              <a:off x="8416024" y="274025"/>
              <a:ext cx="116400" cy="1164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212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arker Grotesque Black"/>
              <a:buNone/>
              <a:defRPr sz="3000">
                <a:solidFill>
                  <a:schemeClr val="dk1"/>
                </a:solidFill>
                <a:latin typeface="Darker Grotesque Black"/>
                <a:ea typeface="Darker Grotesque Black"/>
                <a:cs typeface="Darker Grotesque Black"/>
                <a:sym typeface="Darker Grotesque Black"/>
              </a:defRPr>
            </a:lvl1pPr>
            <a:lvl2pPr lvl="1"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2pPr>
            <a:lvl3pPr lvl="2"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3pPr>
            <a:lvl4pPr lvl="3"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4pPr>
            <a:lvl5pPr lvl="4"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5pPr>
            <a:lvl6pPr lvl="5"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6pPr>
            <a:lvl7pPr lvl="6"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7pPr>
            <a:lvl8pPr lvl="7"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8pPr>
            <a:lvl9pPr lvl="8" rtl="0">
              <a:spcBef>
                <a:spcPts val="0"/>
              </a:spcBef>
              <a:spcAft>
                <a:spcPts val="0"/>
              </a:spcAft>
              <a:buClr>
                <a:schemeClr val="dk1"/>
              </a:buClr>
              <a:buSzPts val="3000"/>
              <a:buFont typeface="Darker Grotesque"/>
              <a:buNone/>
              <a:defRPr sz="3000" b="1">
                <a:solidFill>
                  <a:schemeClr val="dk1"/>
                </a:solidFill>
                <a:latin typeface="Darker Grotesque"/>
                <a:ea typeface="Darker Grotesque"/>
                <a:cs typeface="Darker Grotesque"/>
                <a:sym typeface="Darker Grotesq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1pPr>
            <a:lvl2pPr marL="914400" lvl="1"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2pPr>
            <a:lvl3pPr marL="1371600" lvl="2"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3pPr>
            <a:lvl4pPr marL="1828800" lvl="3"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4pPr>
            <a:lvl5pPr marL="2286000" lvl="4"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5pPr>
            <a:lvl6pPr marL="2743200" lvl="5"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6pPr>
            <a:lvl7pPr marL="3200400" lvl="6"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7pPr>
            <a:lvl8pPr marL="3657600" lvl="7"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8pPr>
            <a:lvl9pPr marL="4114800" lvl="8" indent="-30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 id="2147483661" r:id="rId12"/>
    <p:sldLayoutId id="2147483662" r:id="rId13"/>
    <p:sldLayoutId id="2147483665" r:id="rId14"/>
    <p:sldLayoutId id="214748366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9.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10.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9.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slide" Target="slide4.xml"/><Relationship Id="rId11" Type="http://schemas.openxmlformats.org/officeDocument/2006/relationships/slide" Target="slide10.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9.xml"/><Relationship Id="rId3" Type="http://schemas.openxmlformats.org/officeDocument/2006/relationships/image" Target="../media/image1.jpg"/><Relationship Id="rId7" Type="http://schemas.openxmlformats.org/officeDocument/2006/relationships/slide" Target="slide5.xml"/><Relationship Id="rId12" Type="http://schemas.openxmlformats.org/officeDocument/2006/relationships/slide" Target="slide1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slide" Target="slide4.xml"/><Relationship Id="rId11" Type="http://schemas.openxmlformats.org/officeDocument/2006/relationships/slide" Target="slide10.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 Id="rId14" Type="http://schemas.openxmlformats.org/officeDocument/2006/relationships/slide" Target="slide1.xml"/></Relationships>
</file>

<file path=ppt/slides/_rels/slide4.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9.xml"/><Relationship Id="rId3" Type="http://schemas.openxmlformats.org/officeDocument/2006/relationships/image" Target="../media/image2.jpg"/><Relationship Id="rId7" Type="http://schemas.openxmlformats.org/officeDocument/2006/relationships/slide" Target="slide5.xml"/><Relationship Id="rId12" Type="http://schemas.openxmlformats.org/officeDocument/2006/relationships/slide" Target="slide1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slide" Target="slide10.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 Id="rId14" Type="http://schemas.openxmlformats.org/officeDocument/2006/relationships/slide" Target="slide1.xml"/></Relationships>
</file>

<file path=ppt/slides/_rels/slide5.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xml"/><Relationship Id="rId3" Type="http://schemas.openxmlformats.org/officeDocument/2006/relationships/slide" Target="slide2.xml"/><Relationship Id="rId7" Type="http://schemas.openxmlformats.org/officeDocument/2006/relationships/slide" Target="slide6.xml"/><Relationship Id="rId12" Type="http://schemas.openxmlformats.org/officeDocument/2006/relationships/slide" Target="slide9.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5.xml"/><Relationship Id="rId11" Type="http://schemas.openxmlformats.org/officeDocument/2006/relationships/slide" Target="slide11.xml"/><Relationship Id="rId5" Type="http://schemas.openxmlformats.org/officeDocument/2006/relationships/slide" Target="slide4.xml"/><Relationship Id="rId10" Type="http://schemas.openxmlformats.org/officeDocument/2006/relationships/slide" Target="slide10.xml"/><Relationship Id="rId4" Type="http://schemas.openxmlformats.org/officeDocument/2006/relationships/slide" Target="slide3.xml"/><Relationship Id="rId9" Type="http://schemas.openxmlformats.org/officeDocument/2006/relationships/slide" Target="slide8.xml"/></Relationships>
</file>

<file path=ppt/slides/_rels/slide6.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xml"/><Relationship Id="rId3" Type="http://schemas.openxmlformats.org/officeDocument/2006/relationships/slide" Target="slide2.xml"/><Relationship Id="rId7" Type="http://schemas.openxmlformats.org/officeDocument/2006/relationships/slide" Target="slide6.xml"/><Relationship Id="rId12" Type="http://schemas.openxmlformats.org/officeDocument/2006/relationships/slide" Target="slide9.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slide" Target="slide5.xml"/><Relationship Id="rId11" Type="http://schemas.openxmlformats.org/officeDocument/2006/relationships/slide" Target="slide11.xml"/><Relationship Id="rId5" Type="http://schemas.openxmlformats.org/officeDocument/2006/relationships/slide" Target="slide4.xml"/><Relationship Id="rId15" Type="http://schemas.openxmlformats.org/officeDocument/2006/relationships/image" Target="../media/image4.png"/><Relationship Id="rId10" Type="http://schemas.openxmlformats.org/officeDocument/2006/relationships/slide" Target="slide10.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xml"/><Relationship Id="rId3" Type="http://schemas.openxmlformats.org/officeDocument/2006/relationships/slide" Target="slide2.xml"/><Relationship Id="rId7" Type="http://schemas.openxmlformats.org/officeDocument/2006/relationships/slide" Target="slide6.xml"/><Relationship Id="rId12" Type="http://schemas.openxmlformats.org/officeDocument/2006/relationships/slide" Target="slide9.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slide" Target="slide5.xml"/><Relationship Id="rId11" Type="http://schemas.openxmlformats.org/officeDocument/2006/relationships/slide" Target="slide11.xml"/><Relationship Id="rId5" Type="http://schemas.openxmlformats.org/officeDocument/2006/relationships/slide" Target="slide4.xml"/><Relationship Id="rId10" Type="http://schemas.openxmlformats.org/officeDocument/2006/relationships/slide" Target="slide10.xml"/><Relationship Id="rId4" Type="http://schemas.openxmlformats.org/officeDocument/2006/relationships/slide" Target="slide3.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xml"/><Relationship Id="rId3" Type="http://schemas.openxmlformats.org/officeDocument/2006/relationships/slide" Target="slide2.xml"/><Relationship Id="rId7" Type="http://schemas.openxmlformats.org/officeDocument/2006/relationships/slide" Target="slide6.xml"/><Relationship Id="rId12" Type="http://schemas.openxmlformats.org/officeDocument/2006/relationships/slide" Target="slide9.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slide" Target="slide5.xml"/><Relationship Id="rId11" Type="http://schemas.openxmlformats.org/officeDocument/2006/relationships/slide" Target="slide11.xml"/><Relationship Id="rId5" Type="http://schemas.openxmlformats.org/officeDocument/2006/relationships/slide" Target="slide4.xml"/><Relationship Id="rId10" Type="http://schemas.openxmlformats.org/officeDocument/2006/relationships/slide" Target="slide10.xml"/><Relationship Id="rId4" Type="http://schemas.openxmlformats.org/officeDocument/2006/relationships/slide" Target="slide3.xml"/><Relationship Id="rId9" Type="http://schemas.openxmlformats.org/officeDocument/2006/relationships/slide" Target="slide8.xml"/></Relationships>
</file>

<file path=ppt/slides/_rels/slide9.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xml"/><Relationship Id="rId3" Type="http://schemas.openxmlformats.org/officeDocument/2006/relationships/slide" Target="slide2.xml"/><Relationship Id="rId7" Type="http://schemas.openxmlformats.org/officeDocument/2006/relationships/slide" Target="slide6.xml"/><Relationship Id="rId12" Type="http://schemas.openxmlformats.org/officeDocument/2006/relationships/slide" Target="slide9.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slide" Target="slide5.xml"/><Relationship Id="rId11" Type="http://schemas.openxmlformats.org/officeDocument/2006/relationships/slide" Target="slide11.xml"/><Relationship Id="rId5" Type="http://schemas.openxmlformats.org/officeDocument/2006/relationships/slide" Target="slide4.xml"/><Relationship Id="rId10" Type="http://schemas.openxmlformats.org/officeDocument/2006/relationships/slide" Target="slide10.xml"/><Relationship Id="rId4" Type="http://schemas.openxmlformats.org/officeDocument/2006/relationships/slide" Target="slide3.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pSp>
        <p:nvGrpSpPr>
          <p:cNvPr id="213" name="Google Shape;213;p24"/>
          <p:cNvGrpSpPr/>
          <p:nvPr/>
        </p:nvGrpSpPr>
        <p:grpSpPr>
          <a:xfrm>
            <a:off x="1738925" y="4718600"/>
            <a:ext cx="5666144" cy="116400"/>
            <a:chOff x="1738925" y="4718600"/>
            <a:chExt cx="5666144" cy="116400"/>
          </a:xfrm>
        </p:grpSpPr>
        <p:sp>
          <p:nvSpPr>
            <p:cNvPr id="214" name="Google Shape;214;p24">
              <a:hlinkClick r:id="rId3" action="ppaction://hlinksldjump"/>
            </p:cNvPr>
            <p:cNvSpPr/>
            <p:nvPr/>
          </p:nvSpPr>
          <p:spPr>
            <a:xfrm>
              <a:off x="1738925"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5" name="Google Shape;215;p24">
              <a:hlinkClick r:id="rId4"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6" name="Google Shape;216;p24">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7" name="Google Shape;217;p24">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8" name="Google Shape;218;p24">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9" name="Google Shape;219;p24">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0" name="Google Shape;220;p24">
              <a:hlinkClick r:id="rId8"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1" name="Google Shape;221;p24">
              <a:hlinkClick r:id="rId9"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2" name="Google Shape;222;p24">
              <a:hlinkClick r:id="rId10"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3" name="Google Shape;223;p24">
              <a:hlinkClick r:id="rId11"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4" name="Google Shape;224;p24">
              <a:hlinkClick r:id="rId12"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5" name="Google Shape;225;p24">
              <a:hlinkClick r:id="rId13"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6" name="Google Shape;226;p24">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7" name="Google Shape;227;p24">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8" name="Google Shape;228;p24">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9" name="Google Shape;229;p24">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0" name="Google Shape;230;p24">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1" name="Google Shape;231;p24">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2" name="Google Shape;232;p24">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3" name="Google Shape;233;p24">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34" name="Google Shape;234;p24"/>
          <p:cNvSpPr txBox="1">
            <a:spLocks noGrp="1"/>
          </p:cNvSpPr>
          <p:nvPr>
            <p:ph type="ctrTitle"/>
          </p:nvPr>
        </p:nvSpPr>
        <p:spPr>
          <a:xfrm>
            <a:off x="1738925" y="1235288"/>
            <a:ext cx="5666100" cy="144827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latin typeface="Copperplate Gothic Bold" panose="020E0705020206020404" pitchFamily="34" charset="0"/>
              </a:rPr>
              <a:t>Seasonal Demand Prediction</a:t>
            </a:r>
            <a:endParaRPr sz="4000" dirty="0">
              <a:latin typeface="Copperplate Gothic Bold" panose="020E0705020206020404" pitchFamily="34" charset="0"/>
            </a:endParaRPr>
          </a:p>
        </p:txBody>
      </p:sp>
      <p:sp>
        <p:nvSpPr>
          <p:cNvPr id="235" name="Google Shape;235;p24"/>
          <p:cNvSpPr txBox="1">
            <a:spLocks noGrp="1"/>
          </p:cNvSpPr>
          <p:nvPr>
            <p:ph type="subTitle" idx="1"/>
          </p:nvPr>
        </p:nvSpPr>
        <p:spPr>
          <a:xfrm>
            <a:off x="1739019" y="2875722"/>
            <a:ext cx="5666100" cy="516835"/>
          </a:xfrm>
          <a:prstGeom prst="rect">
            <a:avLst/>
          </a:prstGeom>
        </p:spPr>
        <p:txBody>
          <a:bodyPr spcFirstLastPara="1" wrap="square" lIns="91425" tIns="91425" rIns="91425" bIns="91425" anchor="t" anchorCtr="0">
            <a:noAutofit/>
          </a:bodyPr>
          <a:lstStyle/>
          <a:p>
            <a:pPr marL="0" lvl="0" indent="0"/>
            <a:r>
              <a:rPr lang="en-IN" dirty="0"/>
              <a:t>"Seasonal Insights, Real-Time Impact."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6"/>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71" name="Google Shape;271;p26"/>
          <p:cNvSpPr txBox="1">
            <a:spLocks noGrp="1"/>
          </p:cNvSpPr>
          <p:nvPr>
            <p:ph type="title" idx="2"/>
          </p:nvPr>
        </p:nvSpPr>
        <p:spPr>
          <a:xfrm>
            <a:off x="1505400" y="1504162"/>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272" name="Google Shape;272;p26"/>
          <p:cNvSpPr txBox="1">
            <a:spLocks noGrp="1"/>
          </p:cNvSpPr>
          <p:nvPr>
            <p:ph type="title" idx="3"/>
          </p:nvPr>
        </p:nvSpPr>
        <p:spPr>
          <a:xfrm>
            <a:off x="1505400" y="309011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sp>
        <p:nvSpPr>
          <p:cNvPr id="273" name="Google Shape;273;p26"/>
          <p:cNvSpPr txBox="1">
            <a:spLocks noGrp="1"/>
          </p:cNvSpPr>
          <p:nvPr>
            <p:ph type="title" idx="4"/>
          </p:nvPr>
        </p:nvSpPr>
        <p:spPr>
          <a:xfrm>
            <a:off x="4204675" y="1504162"/>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274" name="Google Shape;274;p26"/>
          <p:cNvSpPr txBox="1">
            <a:spLocks noGrp="1"/>
          </p:cNvSpPr>
          <p:nvPr>
            <p:ph type="title" idx="5"/>
          </p:nvPr>
        </p:nvSpPr>
        <p:spPr>
          <a:xfrm>
            <a:off x="4204675" y="309011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05</a:t>
            </a:r>
            <a:endParaRPr/>
          </a:p>
        </p:txBody>
      </p:sp>
      <p:sp>
        <p:nvSpPr>
          <p:cNvPr id="275" name="Google Shape;275;p26"/>
          <p:cNvSpPr txBox="1">
            <a:spLocks noGrp="1"/>
          </p:cNvSpPr>
          <p:nvPr>
            <p:ph type="title" idx="6"/>
          </p:nvPr>
        </p:nvSpPr>
        <p:spPr>
          <a:xfrm>
            <a:off x="6903950" y="1504162"/>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276" name="Google Shape;276;p26"/>
          <p:cNvSpPr txBox="1">
            <a:spLocks noGrp="1"/>
          </p:cNvSpPr>
          <p:nvPr>
            <p:ph type="title" idx="7"/>
          </p:nvPr>
        </p:nvSpPr>
        <p:spPr>
          <a:xfrm>
            <a:off x="6903950" y="309011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06</a:t>
            </a:r>
            <a:endParaRPr/>
          </a:p>
        </p:txBody>
      </p:sp>
      <p:sp>
        <p:nvSpPr>
          <p:cNvPr id="277" name="Google Shape;277;p26"/>
          <p:cNvSpPr txBox="1">
            <a:spLocks noGrp="1"/>
          </p:cNvSpPr>
          <p:nvPr>
            <p:ph type="subTitle" idx="1"/>
          </p:nvPr>
        </p:nvSpPr>
        <p:spPr>
          <a:xfrm>
            <a:off x="720000" y="2213388"/>
            <a:ext cx="2305500" cy="50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Introduction</a:t>
            </a:r>
            <a:endParaRPr sz="1600" dirty="0"/>
          </a:p>
        </p:txBody>
      </p:sp>
      <p:sp>
        <p:nvSpPr>
          <p:cNvPr id="278" name="Google Shape;278;p26"/>
          <p:cNvSpPr txBox="1">
            <a:spLocks noGrp="1"/>
          </p:cNvSpPr>
          <p:nvPr>
            <p:ph type="subTitle" idx="8"/>
          </p:nvPr>
        </p:nvSpPr>
        <p:spPr>
          <a:xfrm>
            <a:off x="3419275" y="2213388"/>
            <a:ext cx="2305500" cy="509100"/>
          </a:xfrm>
          <a:prstGeom prst="rect">
            <a:avLst/>
          </a:prstGeom>
        </p:spPr>
        <p:txBody>
          <a:bodyPr spcFirstLastPara="1" wrap="square" lIns="91425" tIns="91425" rIns="91425" bIns="91425" anchor="t" anchorCtr="0">
            <a:noAutofit/>
          </a:bodyPr>
          <a:lstStyle/>
          <a:p>
            <a:pPr marL="0" indent="0"/>
            <a:r>
              <a:rPr lang="en-IN" sz="1600" dirty="0"/>
              <a:t>Workflow and methodology</a:t>
            </a:r>
          </a:p>
          <a:p>
            <a:pPr marL="0" lvl="0" indent="0" algn="ctr" rtl="0">
              <a:spcBef>
                <a:spcPts val="0"/>
              </a:spcBef>
              <a:spcAft>
                <a:spcPts val="0"/>
              </a:spcAft>
              <a:buNone/>
            </a:pPr>
            <a:endParaRPr sz="1600" dirty="0"/>
          </a:p>
        </p:txBody>
      </p:sp>
      <p:sp>
        <p:nvSpPr>
          <p:cNvPr id="280" name="Google Shape;280;p26"/>
          <p:cNvSpPr txBox="1">
            <a:spLocks noGrp="1"/>
          </p:cNvSpPr>
          <p:nvPr>
            <p:ph type="subTitle" idx="13"/>
          </p:nvPr>
        </p:nvSpPr>
        <p:spPr>
          <a:xfrm>
            <a:off x="719999" y="3799263"/>
            <a:ext cx="1895201" cy="335415"/>
          </a:xfrm>
          <a:prstGeom prst="rect">
            <a:avLst/>
          </a:prstGeom>
        </p:spPr>
        <p:txBody>
          <a:bodyPr spcFirstLastPara="1" wrap="square" lIns="91425" tIns="91425" rIns="91425" bIns="91425" anchor="t" anchorCtr="0">
            <a:noAutofit/>
          </a:bodyPr>
          <a:lstStyle/>
          <a:p>
            <a:pPr marL="0" lvl="0" indent="0"/>
            <a:r>
              <a:rPr lang="en-US" sz="1600" dirty="0">
                <a:latin typeface="Darker Grotesque Black" panose="020B0604020202020204" charset="0"/>
                <a:ea typeface="Tahoma" panose="020B0604030504040204" pitchFamily="34" charset="0"/>
                <a:cs typeface="Tahoma" panose="020B0604030504040204" pitchFamily="34" charset="0"/>
              </a:rPr>
              <a:t>           References</a:t>
            </a:r>
            <a:endParaRPr sz="1600" dirty="0">
              <a:latin typeface="Darker Grotesque Black" panose="020B0604020202020204" charset="0"/>
              <a:ea typeface="Tahoma" panose="020B0604030504040204" pitchFamily="34" charset="0"/>
              <a:cs typeface="Tahoma" panose="020B0604030504040204" pitchFamily="34" charset="0"/>
            </a:endParaRPr>
          </a:p>
        </p:txBody>
      </p:sp>
      <p:sp>
        <p:nvSpPr>
          <p:cNvPr id="281" name="Google Shape;281;p26"/>
          <p:cNvSpPr txBox="1">
            <a:spLocks noGrp="1"/>
          </p:cNvSpPr>
          <p:nvPr>
            <p:ph type="subTitle" idx="14"/>
          </p:nvPr>
        </p:nvSpPr>
        <p:spPr>
          <a:xfrm>
            <a:off x="3419275" y="3799263"/>
            <a:ext cx="2305500" cy="509100"/>
          </a:xfrm>
          <a:prstGeom prst="rect">
            <a:avLst/>
          </a:prstGeom>
        </p:spPr>
        <p:txBody>
          <a:bodyPr spcFirstLastPara="1" wrap="square" lIns="91425" tIns="91425" rIns="91425" bIns="91425" anchor="t" anchorCtr="0">
            <a:noAutofit/>
          </a:bodyPr>
          <a:lstStyle/>
          <a:p>
            <a:pPr marL="0" indent="0"/>
            <a:r>
              <a:rPr lang="en-US" sz="1600" dirty="0">
                <a:latin typeface="Darker Grotesque Black" panose="020B0604020202020204" charset="0"/>
                <a:ea typeface="Tahoma" panose="020B0604030504040204" pitchFamily="34" charset="0"/>
                <a:cs typeface="Tahoma" panose="020B0604030504040204" pitchFamily="34" charset="0"/>
              </a:rPr>
              <a:t>Acknowledgement</a:t>
            </a:r>
          </a:p>
          <a:p>
            <a:pPr marL="0" lvl="0" indent="0" algn="ctr" rtl="0">
              <a:spcBef>
                <a:spcPts val="0"/>
              </a:spcBef>
              <a:spcAft>
                <a:spcPts val="0"/>
              </a:spcAft>
              <a:buNone/>
            </a:pPr>
            <a:endParaRPr sz="1600" dirty="0"/>
          </a:p>
        </p:txBody>
      </p:sp>
      <p:sp>
        <p:nvSpPr>
          <p:cNvPr id="282" name="Google Shape;282;p26"/>
          <p:cNvSpPr txBox="1">
            <a:spLocks noGrp="1"/>
          </p:cNvSpPr>
          <p:nvPr>
            <p:ph type="subTitle" idx="15"/>
          </p:nvPr>
        </p:nvSpPr>
        <p:spPr>
          <a:xfrm>
            <a:off x="6118550" y="3799263"/>
            <a:ext cx="2305500" cy="50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Conclusion</a:t>
            </a:r>
            <a:endParaRPr sz="1600" dirty="0"/>
          </a:p>
        </p:txBody>
      </p:sp>
      <p:grpSp>
        <p:nvGrpSpPr>
          <p:cNvPr id="283" name="Google Shape;283;p26"/>
          <p:cNvGrpSpPr/>
          <p:nvPr/>
        </p:nvGrpSpPr>
        <p:grpSpPr>
          <a:xfrm>
            <a:off x="1738925" y="4718600"/>
            <a:ext cx="5666144" cy="116400"/>
            <a:chOff x="1738925" y="4718600"/>
            <a:chExt cx="5666144" cy="116400"/>
          </a:xfrm>
        </p:grpSpPr>
        <p:sp>
          <p:nvSpPr>
            <p:cNvPr id="284" name="Google Shape;284;p26">
              <a:hlinkClick r:id="rId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5" name="Google Shape;285;p26">
              <a:hlinkClick r:id="rId4"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6" name="Google Shape;286;p26">
              <a:hlinkClick r:id="rId4" action="ppaction://hlinksldjump"/>
            </p:cNvPr>
            <p:cNvSpPr/>
            <p:nvPr/>
          </p:nvSpPr>
          <p:spPr>
            <a:xfrm>
              <a:off x="2323109"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7" name="Google Shape;287;p26">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8" name="Google Shape;288;p26">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9" name="Google Shape;289;p26">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0" name="Google Shape;290;p26">
              <a:hlinkClick r:id="rId8"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1" name="Google Shape;291;p26">
              <a:hlinkClick r:id="rId9"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2" name="Google Shape;292;p26">
              <a:hlinkClick r:id="rId10"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3" name="Google Shape;293;p26">
              <a:hlinkClick r:id="rId11"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4" name="Google Shape;294;p26">
              <a:hlinkClick r:id="rId12"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5" name="Google Shape;295;p26">
              <a:hlinkClick r:id="rId13"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6" name="Google Shape;296;p26">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7" name="Google Shape;297;p26">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8" name="Google Shape;298;p26">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9" name="Google Shape;299;p26">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0" name="Google Shape;300;p26">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1" name="Google Shape;301;p26">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2" name="Google Shape;302;p26">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3" name="Google Shape;303;p26">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7" name="Subtitle 6">
            <a:extLst>
              <a:ext uri="{FF2B5EF4-FFF2-40B4-BE49-F238E27FC236}">
                <a16:creationId xmlns:a16="http://schemas.microsoft.com/office/drawing/2014/main" id="{AEA3D40A-AC00-0C33-D89E-647160EB9BA3}"/>
              </a:ext>
            </a:extLst>
          </p:cNvPr>
          <p:cNvSpPr>
            <a:spLocks noGrp="1"/>
          </p:cNvSpPr>
          <p:nvPr>
            <p:ph type="subTitle" idx="9"/>
          </p:nvPr>
        </p:nvSpPr>
        <p:spPr/>
        <p:txBody>
          <a:bodyPr/>
          <a:lstStyle/>
          <a:p>
            <a:r>
              <a:rPr lang="en-IN" sz="1600" dirty="0"/>
              <a:t>Caveats and Limitations</a:t>
            </a:r>
          </a:p>
          <a:p>
            <a:endParaRPr lang="en-I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7"/>
          <p:cNvSpPr txBox="1">
            <a:spLocks noGrp="1"/>
          </p:cNvSpPr>
          <p:nvPr>
            <p:ph type="title"/>
          </p:nvPr>
        </p:nvSpPr>
        <p:spPr>
          <a:xfrm>
            <a:off x="788983" y="1159400"/>
            <a:ext cx="4294800" cy="64952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We Are Presenting?</a:t>
            </a:r>
            <a:endParaRPr dirty="0"/>
          </a:p>
        </p:txBody>
      </p:sp>
      <p:sp>
        <p:nvSpPr>
          <p:cNvPr id="309" name="Google Shape;309;p27"/>
          <p:cNvSpPr txBox="1">
            <a:spLocks noGrp="1"/>
          </p:cNvSpPr>
          <p:nvPr>
            <p:ph type="subTitle" idx="1"/>
          </p:nvPr>
        </p:nvSpPr>
        <p:spPr>
          <a:xfrm>
            <a:off x="811975" y="1808922"/>
            <a:ext cx="4294800" cy="2312504"/>
          </a:xfrm>
          <a:prstGeom prst="rect">
            <a:avLst/>
          </a:prstGeom>
        </p:spPr>
        <p:txBody>
          <a:bodyPr spcFirstLastPara="1" wrap="square" lIns="91425" tIns="91425" rIns="91425" bIns="91425" anchor="t" anchorCtr="0">
            <a:noAutofit/>
          </a:bodyPr>
          <a:lstStyle/>
          <a:p>
            <a:pPr marL="0" lvl="0" indent="0">
              <a:spcBef>
                <a:spcPts val="1000"/>
              </a:spcBef>
              <a:buNone/>
            </a:pPr>
            <a:r>
              <a:rPr lang="en-US" dirty="0"/>
              <a:t>We are presenting a project that uses data analytics and machine learning to address supply chain inefficiencies in an e-commerce fashion business. By combining sales data, inventory levels, and expense records, the system develops a predictive model to forecast </a:t>
            </a:r>
            <a:r>
              <a:rPr lang="en-US" b="1" dirty="0"/>
              <a:t>Effective Demand</a:t>
            </a:r>
            <a:r>
              <a:rPr lang="en-US" dirty="0"/>
              <a:t>—defined not just by orders placed, but by orders that are successfully delivered. This approach enables more accurate demand planning and improved operational efficiency.</a:t>
            </a:r>
            <a:endParaRPr dirty="0"/>
          </a:p>
        </p:txBody>
      </p:sp>
      <p:pic>
        <p:nvPicPr>
          <p:cNvPr id="310" name="Google Shape;310;p27"/>
          <p:cNvPicPr preferRelativeResize="0">
            <a:picLocks noGrp="1"/>
          </p:cNvPicPr>
          <p:nvPr>
            <p:ph type="pic" idx="2"/>
          </p:nvPr>
        </p:nvPicPr>
        <p:blipFill rotWithShape="1">
          <a:blip r:embed="rId3">
            <a:alphaModFix/>
          </a:blip>
          <a:srcRect l="35875" r="10409"/>
          <a:stretch/>
        </p:blipFill>
        <p:spPr>
          <a:xfrm>
            <a:off x="5643775" y="922900"/>
            <a:ext cx="2787000" cy="3453300"/>
          </a:xfrm>
          <a:prstGeom prst="roundRect">
            <a:avLst>
              <a:gd name="adj" fmla="val 16667"/>
            </a:avLst>
          </a:prstGeom>
        </p:spPr>
      </p:pic>
      <p:grpSp>
        <p:nvGrpSpPr>
          <p:cNvPr id="311" name="Google Shape;311;p27"/>
          <p:cNvGrpSpPr/>
          <p:nvPr/>
        </p:nvGrpSpPr>
        <p:grpSpPr>
          <a:xfrm>
            <a:off x="1738925" y="4718600"/>
            <a:ext cx="5666144" cy="116400"/>
            <a:chOff x="1738925" y="4718600"/>
            <a:chExt cx="5666144" cy="116400"/>
          </a:xfrm>
        </p:grpSpPr>
        <p:sp>
          <p:nvSpPr>
            <p:cNvPr id="312" name="Google Shape;312;p27">
              <a:hlinkClick r:id="rId4"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3" name="Google Shape;313;p27">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4" name="Google Shape;314;p27">
              <a:hlinkClick r:id="rId5" action="ppaction://hlinksldjump"/>
            </p:cNvPr>
            <p:cNvSpPr/>
            <p:nvPr/>
          </p:nvSpPr>
          <p:spPr>
            <a:xfrm>
              <a:off x="2615200"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5" name="Google Shape;315;p27">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6" name="Google Shape;316;p27">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7" name="Google Shape;317;p27">
              <a:hlinkClick r:id="rId8"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8" name="Google Shape;318;p27">
              <a:hlinkClick r:id="rId9"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9" name="Google Shape;319;p27">
              <a:hlinkClick r:id="rId10"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0" name="Google Shape;320;p27">
              <a:hlinkClick r:id="rId11"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1" name="Google Shape;321;p27">
              <a:hlinkClick r:id="rId12"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2" name="Google Shape;322;p27">
              <a:hlinkClick r:id="rId13"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3" name="Google Shape;323;p27">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4" name="Google Shape;324;p27">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5" name="Google Shape;325;p27">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6" name="Google Shape;326;p27">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7" name="Google Shape;327;p27">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8" name="Google Shape;328;p27">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9" name="Google Shape;329;p27">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0" name="Google Shape;330;p27">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1" name="Google Shape;331;p27">
              <a:hlinkClick r:id="rId14"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8"/>
          <p:cNvSpPr txBox="1">
            <a:spLocks noGrp="1"/>
          </p:cNvSpPr>
          <p:nvPr>
            <p:ph type="title"/>
          </p:nvPr>
        </p:nvSpPr>
        <p:spPr>
          <a:xfrm>
            <a:off x="4047175" y="2775800"/>
            <a:ext cx="4383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337" name="Google Shape;337;p28"/>
          <p:cNvSpPr txBox="1">
            <a:spLocks noGrp="1"/>
          </p:cNvSpPr>
          <p:nvPr>
            <p:ph type="title" idx="2"/>
          </p:nvPr>
        </p:nvSpPr>
        <p:spPr>
          <a:xfrm>
            <a:off x="4047175" y="1525800"/>
            <a:ext cx="1731600" cy="101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pic>
        <p:nvPicPr>
          <p:cNvPr id="338" name="Google Shape;338;p28"/>
          <p:cNvPicPr preferRelativeResize="0">
            <a:picLocks noGrp="1"/>
          </p:cNvPicPr>
          <p:nvPr>
            <p:ph type="pic" idx="3"/>
          </p:nvPr>
        </p:nvPicPr>
        <p:blipFill rotWithShape="1">
          <a:blip r:embed="rId3">
            <a:alphaModFix/>
          </a:blip>
          <a:srcRect l="16439" r="16432"/>
          <a:stretch/>
        </p:blipFill>
        <p:spPr>
          <a:xfrm>
            <a:off x="713225" y="1200862"/>
            <a:ext cx="2760600" cy="2741700"/>
          </a:xfrm>
          <a:prstGeom prst="roundRect">
            <a:avLst>
              <a:gd name="adj" fmla="val 16667"/>
            </a:avLst>
          </a:prstGeom>
        </p:spPr>
      </p:pic>
      <p:grpSp>
        <p:nvGrpSpPr>
          <p:cNvPr id="339" name="Google Shape;339;p28"/>
          <p:cNvGrpSpPr/>
          <p:nvPr/>
        </p:nvGrpSpPr>
        <p:grpSpPr>
          <a:xfrm>
            <a:off x="1738925" y="4718600"/>
            <a:ext cx="5666144" cy="116400"/>
            <a:chOff x="1738925" y="4718600"/>
            <a:chExt cx="5666144" cy="116400"/>
          </a:xfrm>
        </p:grpSpPr>
        <p:sp>
          <p:nvSpPr>
            <p:cNvPr id="340" name="Google Shape;340;p28">
              <a:hlinkClick r:id="rId4"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1" name="Google Shape;341;p28">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2" name="Google Shape;342;p28">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3" name="Google Shape;343;p28">
              <a:hlinkClick r:id="rId6" action="ppaction://hlinksldjump"/>
            </p:cNvPr>
            <p:cNvSpPr/>
            <p:nvPr/>
          </p:nvSpPr>
          <p:spPr>
            <a:xfrm>
              <a:off x="2907292"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4" name="Google Shape;344;p28">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5" name="Google Shape;345;p28">
              <a:hlinkClick r:id="rId8"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6" name="Google Shape;346;p28">
              <a:hlinkClick r:id="rId9"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7" name="Google Shape;347;p28">
              <a:hlinkClick r:id="rId10"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8" name="Google Shape;348;p28">
              <a:hlinkClick r:id="rId11"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9" name="Google Shape;349;p28">
              <a:hlinkClick r:id="rId12"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0" name="Google Shape;350;p28">
              <a:hlinkClick r:id="rId13"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1" name="Google Shape;351;p28">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2" name="Google Shape;352;p28">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3" name="Google Shape;353;p28">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4" name="Google Shape;354;p28">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5" name="Google Shape;355;p28">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6" name="Google Shape;356;p28">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7" name="Google Shape;357;p28">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8" name="Google Shape;358;p28">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9" name="Google Shape;359;p28">
              <a:hlinkClick r:id="rId14"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9"/>
          <p:cNvSpPr txBox="1">
            <a:spLocks noGrp="1"/>
          </p:cNvSpPr>
          <p:nvPr>
            <p:ph type="subTitle" idx="4"/>
          </p:nvPr>
        </p:nvSpPr>
        <p:spPr>
          <a:xfrm>
            <a:off x="4171278" y="2328769"/>
            <a:ext cx="2505600" cy="57269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          Solution</a:t>
            </a:r>
            <a:endParaRPr dirty="0"/>
          </a:p>
        </p:txBody>
      </p:sp>
      <p:sp>
        <p:nvSpPr>
          <p:cNvPr id="365" name="Google Shape;365;p29"/>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368" name="Google Shape;368;p29"/>
          <p:cNvSpPr txBox="1">
            <a:spLocks noGrp="1"/>
          </p:cNvSpPr>
          <p:nvPr>
            <p:ph type="subTitle" idx="3"/>
          </p:nvPr>
        </p:nvSpPr>
        <p:spPr>
          <a:xfrm>
            <a:off x="37652" y="2489412"/>
            <a:ext cx="2505600" cy="35144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   Problem </a:t>
            </a:r>
            <a:endParaRPr dirty="0"/>
          </a:p>
        </p:txBody>
      </p:sp>
      <p:grpSp>
        <p:nvGrpSpPr>
          <p:cNvPr id="369" name="Google Shape;369;p29"/>
          <p:cNvGrpSpPr/>
          <p:nvPr/>
        </p:nvGrpSpPr>
        <p:grpSpPr>
          <a:xfrm>
            <a:off x="619283" y="2489412"/>
            <a:ext cx="296442" cy="237166"/>
            <a:chOff x="3400530" y="1483827"/>
            <a:chExt cx="296442" cy="296442"/>
          </a:xfrm>
        </p:grpSpPr>
        <p:sp>
          <p:nvSpPr>
            <p:cNvPr id="370" name="Google Shape;370;p29"/>
            <p:cNvSpPr/>
            <p:nvPr/>
          </p:nvSpPr>
          <p:spPr>
            <a:xfrm>
              <a:off x="3557656" y="1641455"/>
              <a:ext cx="17083" cy="47732"/>
            </a:xfrm>
            <a:custGeom>
              <a:avLst/>
              <a:gdLst/>
              <a:ahLst/>
              <a:cxnLst/>
              <a:rect l="l" t="t" r="r" b="b"/>
              <a:pathLst>
                <a:path w="32384" h="90487" extrusionOk="0">
                  <a:moveTo>
                    <a:pt x="0" y="90488"/>
                  </a:moveTo>
                  <a:cubicBezTo>
                    <a:pt x="15240" y="76200"/>
                    <a:pt x="29527" y="41910"/>
                    <a:pt x="32385" y="0"/>
                  </a:cubicBezTo>
                  <a:lnTo>
                    <a:pt x="0" y="0"/>
                  </a:lnTo>
                  <a:lnTo>
                    <a:pt x="0" y="9048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29"/>
            <p:cNvSpPr/>
            <p:nvPr/>
          </p:nvSpPr>
          <p:spPr>
            <a:xfrm>
              <a:off x="3523410" y="1641455"/>
              <a:ext cx="17083" cy="47732"/>
            </a:xfrm>
            <a:custGeom>
              <a:avLst/>
              <a:gdLst/>
              <a:ahLst/>
              <a:cxnLst/>
              <a:rect l="l" t="t" r="r" b="b"/>
              <a:pathLst>
                <a:path w="32384" h="90487" extrusionOk="0">
                  <a:moveTo>
                    <a:pt x="32385" y="90488"/>
                  </a:moveTo>
                  <a:lnTo>
                    <a:pt x="32385" y="0"/>
                  </a:lnTo>
                  <a:lnTo>
                    <a:pt x="0" y="0"/>
                  </a:lnTo>
                  <a:cubicBezTo>
                    <a:pt x="2858" y="41910"/>
                    <a:pt x="16193" y="75248"/>
                    <a:pt x="32385" y="90488"/>
                  </a:cubicBezTo>
                  <a:lnTo>
                    <a:pt x="32385" y="9048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 name="Google Shape;372;p29"/>
            <p:cNvSpPr/>
            <p:nvPr/>
          </p:nvSpPr>
          <p:spPr>
            <a:xfrm>
              <a:off x="3557656" y="1575483"/>
              <a:ext cx="17083" cy="47732"/>
            </a:xfrm>
            <a:custGeom>
              <a:avLst/>
              <a:gdLst/>
              <a:ahLst/>
              <a:cxnLst/>
              <a:rect l="l" t="t" r="r" b="b"/>
              <a:pathLst>
                <a:path w="32384" h="90487" extrusionOk="0">
                  <a:moveTo>
                    <a:pt x="0" y="0"/>
                  </a:moveTo>
                  <a:lnTo>
                    <a:pt x="0" y="90488"/>
                  </a:lnTo>
                  <a:lnTo>
                    <a:pt x="32385" y="90488"/>
                  </a:lnTo>
                  <a:cubicBezTo>
                    <a:pt x="29527" y="48577"/>
                    <a:pt x="16192" y="15240"/>
                    <a:pt x="0" y="0"/>
                  </a:cubicBez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29"/>
            <p:cNvSpPr/>
            <p:nvPr/>
          </p:nvSpPr>
          <p:spPr>
            <a:xfrm>
              <a:off x="3523410" y="1575986"/>
              <a:ext cx="17083" cy="47732"/>
            </a:xfrm>
            <a:custGeom>
              <a:avLst/>
              <a:gdLst/>
              <a:ahLst/>
              <a:cxnLst/>
              <a:rect l="l" t="t" r="r" b="b"/>
              <a:pathLst>
                <a:path w="32384" h="90487" extrusionOk="0">
                  <a:moveTo>
                    <a:pt x="0" y="90488"/>
                  </a:moveTo>
                  <a:lnTo>
                    <a:pt x="32385" y="90488"/>
                  </a:lnTo>
                  <a:lnTo>
                    <a:pt x="32385" y="0"/>
                  </a:lnTo>
                  <a:cubicBezTo>
                    <a:pt x="16193" y="14288"/>
                    <a:pt x="2858" y="47625"/>
                    <a:pt x="0" y="90488"/>
                  </a:cubicBezTo>
                  <a:lnTo>
                    <a:pt x="0" y="9048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 name="Google Shape;374;p29"/>
            <p:cNvSpPr/>
            <p:nvPr/>
          </p:nvSpPr>
          <p:spPr>
            <a:xfrm>
              <a:off x="3582332" y="1581526"/>
              <a:ext cx="26629" cy="42205"/>
            </a:xfrm>
            <a:custGeom>
              <a:avLst/>
              <a:gdLst/>
              <a:ahLst/>
              <a:cxnLst/>
              <a:rect l="l" t="t" r="r" b="b"/>
              <a:pathLst>
                <a:path w="50482" h="80009" extrusionOk="0">
                  <a:moveTo>
                    <a:pt x="0" y="0"/>
                  </a:moveTo>
                  <a:cubicBezTo>
                    <a:pt x="10478" y="21908"/>
                    <a:pt x="16192" y="48578"/>
                    <a:pt x="18097" y="80010"/>
                  </a:cubicBezTo>
                  <a:lnTo>
                    <a:pt x="50482" y="80010"/>
                  </a:lnTo>
                  <a:cubicBezTo>
                    <a:pt x="45720" y="46672"/>
                    <a:pt x="27622" y="18097"/>
                    <a:pt x="0" y="0"/>
                  </a:cubicBez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29"/>
            <p:cNvSpPr/>
            <p:nvPr/>
          </p:nvSpPr>
          <p:spPr>
            <a:xfrm>
              <a:off x="3489165" y="1581526"/>
              <a:ext cx="26629" cy="42205"/>
            </a:xfrm>
            <a:custGeom>
              <a:avLst/>
              <a:gdLst/>
              <a:ahLst/>
              <a:cxnLst/>
              <a:rect l="l" t="t" r="r" b="b"/>
              <a:pathLst>
                <a:path w="50482" h="80009" extrusionOk="0">
                  <a:moveTo>
                    <a:pt x="0" y="80010"/>
                  </a:moveTo>
                  <a:lnTo>
                    <a:pt x="32385" y="80010"/>
                  </a:lnTo>
                  <a:cubicBezTo>
                    <a:pt x="34290" y="49530"/>
                    <a:pt x="40957" y="21908"/>
                    <a:pt x="50482" y="0"/>
                  </a:cubicBezTo>
                  <a:cubicBezTo>
                    <a:pt x="22860" y="18097"/>
                    <a:pt x="4763" y="46672"/>
                    <a:pt x="0" y="80010"/>
                  </a:cubicBezTo>
                  <a:lnTo>
                    <a:pt x="0" y="8001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29"/>
            <p:cNvSpPr/>
            <p:nvPr/>
          </p:nvSpPr>
          <p:spPr>
            <a:xfrm>
              <a:off x="3582332" y="1640952"/>
              <a:ext cx="26629" cy="42205"/>
            </a:xfrm>
            <a:custGeom>
              <a:avLst/>
              <a:gdLst/>
              <a:ahLst/>
              <a:cxnLst/>
              <a:rect l="l" t="t" r="r" b="b"/>
              <a:pathLst>
                <a:path w="50482" h="80009" extrusionOk="0">
                  <a:moveTo>
                    <a:pt x="0" y="80010"/>
                  </a:moveTo>
                  <a:cubicBezTo>
                    <a:pt x="26670" y="61913"/>
                    <a:pt x="45720" y="33338"/>
                    <a:pt x="50482" y="0"/>
                  </a:cubicBezTo>
                  <a:lnTo>
                    <a:pt x="18097" y="0"/>
                  </a:lnTo>
                  <a:cubicBezTo>
                    <a:pt x="17145" y="31432"/>
                    <a:pt x="10478" y="58102"/>
                    <a:pt x="0" y="80010"/>
                  </a:cubicBezTo>
                  <a:lnTo>
                    <a:pt x="0" y="8001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29"/>
            <p:cNvSpPr/>
            <p:nvPr/>
          </p:nvSpPr>
          <p:spPr>
            <a:xfrm>
              <a:off x="3489165" y="1640952"/>
              <a:ext cx="26629" cy="42205"/>
            </a:xfrm>
            <a:custGeom>
              <a:avLst/>
              <a:gdLst/>
              <a:ahLst/>
              <a:cxnLst/>
              <a:rect l="l" t="t" r="r" b="b"/>
              <a:pathLst>
                <a:path w="50482" h="80009" extrusionOk="0">
                  <a:moveTo>
                    <a:pt x="0" y="0"/>
                  </a:moveTo>
                  <a:cubicBezTo>
                    <a:pt x="4763" y="33338"/>
                    <a:pt x="23813" y="61913"/>
                    <a:pt x="50482" y="80010"/>
                  </a:cubicBezTo>
                  <a:cubicBezTo>
                    <a:pt x="40005" y="58102"/>
                    <a:pt x="34290" y="31432"/>
                    <a:pt x="32385" y="0"/>
                  </a:cubicBez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29"/>
            <p:cNvSpPr/>
            <p:nvPr/>
          </p:nvSpPr>
          <p:spPr>
            <a:xfrm>
              <a:off x="3400530" y="1483827"/>
              <a:ext cx="296442" cy="296442"/>
            </a:xfrm>
            <a:custGeom>
              <a:avLst/>
              <a:gdLst/>
              <a:ahLst/>
              <a:cxnLst/>
              <a:rect l="l" t="t" r="r" b="b"/>
              <a:pathLst>
                <a:path w="561975" h="561975" extrusionOk="0">
                  <a:moveTo>
                    <a:pt x="545782" y="263843"/>
                  </a:moveTo>
                  <a:lnTo>
                    <a:pt x="494347" y="263843"/>
                  </a:lnTo>
                  <a:cubicBezTo>
                    <a:pt x="485775" y="159068"/>
                    <a:pt x="401955" y="76200"/>
                    <a:pt x="297180" y="67628"/>
                  </a:cubicBezTo>
                  <a:lnTo>
                    <a:pt x="297180" y="16193"/>
                  </a:lnTo>
                  <a:cubicBezTo>
                    <a:pt x="297180" y="6668"/>
                    <a:pt x="289560" y="0"/>
                    <a:pt x="280988" y="0"/>
                  </a:cubicBezTo>
                  <a:cubicBezTo>
                    <a:pt x="271463" y="0"/>
                    <a:pt x="264795" y="7620"/>
                    <a:pt x="264795" y="16193"/>
                  </a:cubicBezTo>
                  <a:lnTo>
                    <a:pt x="264795" y="67628"/>
                  </a:lnTo>
                  <a:cubicBezTo>
                    <a:pt x="160020" y="75248"/>
                    <a:pt x="76200" y="160020"/>
                    <a:pt x="67628" y="264795"/>
                  </a:cubicBezTo>
                  <a:lnTo>
                    <a:pt x="16193" y="264795"/>
                  </a:lnTo>
                  <a:cubicBezTo>
                    <a:pt x="6668" y="264795"/>
                    <a:pt x="0" y="272415"/>
                    <a:pt x="0" y="280988"/>
                  </a:cubicBezTo>
                  <a:cubicBezTo>
                    <a:pt x="0" y="290513"/>
                    <a:pt x="7620" y="297180"/>
                    <a:pt x="16193" y="297180"/>
                  </a:cubicBezTo>
                  <a:lnTo>
                    <a:pt x="67628" y="297180"/>
                  </a:lnTo>
                  <a:cubicBezTo>
                    <a:pt x="75247" y="401955"/>
                    <a:pt x="160020" y="485775"/>
                    <a:pt x="264795" y="494348"/>
                  </a:cubicBezTo>
                  <a:lnTo>
                    <a:pt x="264795" y="545783"/>
                  </a:lnTo>
                  <a:cubicBezTo>
                    <a:pt x="264795" y="555308"/>
                    <a:pt x="272415" y="561975"/>
                    <a:pt x="280988" y="561975"/>
                  </a:cubicBezTo>
                  <a:cubicBezTo>
                    <a:pt x="290513" y="561975"/>
                    <a:pt x="297180" y="554355"/>
                    <a:pt x="297180" y="545783"/>
                  </a:cubicBezTo>
                  <a:lnTo>
                    <a:pt x="297180" y="494348"/>
                  </a:lnTo>
                  <a:cubicBezTo>
                    <a:pt x="402907" y="486728"/>
                    <a:pt x="486728" y="401955"/>
                    <a:pt x="494347" y="296228"/>
                  </a:cubicBezTo>
                  <a:lnTo>
                    <a:pt x="545782" y="296228"/>
                  </a:lnTo>
                  <a:cubicBezTo>
                    <a:pt x="555307" y="296228"/>
                    <a:pt x="561975" y="288608"/>
                    <a:pt x="561975" y="280035"/>
                  </a:cubicBezTo>
                  <a:cubicBezTo>
                    <a:pt x="561975" y="270510"/>
                    <a:pt x="554355" y="263843"/>
                    <a:pt x="545782" y="263843"/>
                  </a:cubicBezTo>
                  <a:lnTo>
                    <a:pt x="545782" y="263843"/>
                  </a:lnTo>
                  <a:close/>
                  <a:moveTo>
                    <a:pt x="280988" y="429578"/>
                  </a:moveTo>
                  <a:cubicBezTo>
                    <a:pt x="199072" y="429578"/>
                    <a:pt x="132397" y="362903"/>
                    <a:pt x="132397" y="280988"/>
                  </a:cubicBezTo>
                  <a:cubicBezTo>
                    <a:pt x="132397" y="199073"/>
                    <a:pt x="199072" y="132398"/>
                    <a:pt x="280988" y="132398"/>
                  </a:cubicBezTo>
                  <a:cubicBezTo>
                    <a:pt x="362903" y="132398"/>
                    <a:pt x="429578" y="199073"/>
                    <a:pt x="429578" y="280988"/>
                  </a:cubicBezTo>
                  <a:cubicBezTo>
                    <a:pt x="429578" y="362903"/>
                    <a:pt x="362903" y="429578"/>
                    <a:pt x="280988" y="429578"/>
                  </a:cubicBezTo>
                  <a:lnTo>
                    <a:pt x="280988" y="42957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9" name="Google Shape;379;p29"/>
          <p:cNvGrpSpPr/>
          <p:nvPr/>
        </p:nvGrpSpPr>
        <p:grpSpPr>
          <a:xfrm>
            <a:off x="4887502" y="2540660"/>
            <a:ext cx="298226" cy="226097"/>
            <a:chOff x="4120672" y="1519582"/>
            <a:chExt cx="298226" cy="226097"/>
          </a:xfrm>
        </p:grpSpPr>
        <p:sp>
          <p:nvSpPr>
            <p:cNvPr id="380" name="Google Shape;380;p29"/>
            <p:cNvSpPr/>
            <p:nvPr/>
          </p:nvSpPr>
          <p:spPr>
            <a:xfrm>
              <a:off x="4260691" y="1571957"/>
              <a:ext cx="17585" cy="52254"/>
            </a:xfrm>
            <a:custGeom>
              <a:avLst/>
              <a:gdLst/>
              <a:ahLst/>
              <a:cxnLst/>
              <a:rect l="l" t="t" r="r" b="b"/>
              <a:pathLst>
                <a:path w="33337" h="99059" extrusionOk="0">
                  <a:moveTo>
                    <a:pt x="0" y="0"/>
                  </a:moveTo>
                  <a:lnTo>
                    <a:pt x="33337" y="0"/>
                  </a:lnTo>
                  <a:lnTo>
                    <a:pt x="33337" y="99060"/>
                  </a:lnTo>
                  <a:lnTo>
                    <a:pt x="0" y="9906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29"/>
            <p:cNvSpPr/>
            <p:nvPr/>
          </p:nvSpPr>
          <p:spPr>
            <a:xfrm>
              <a:off x="4295440" y="1606706"/>
              <a:ext cx="17585" cy="17585"/>
            </a:xfrm>
            <a:custGeom>
              <a:avLst/>
              <a:gdLst/>
              <a:ahLst/>
              <a:cxnLst/>
              <a:rect l="l" t="t" r="r" b="b"/>
              <a:pathLst>
                <a:path w="33337" h="33337" extrusionOk="0">
                  <a:moveTo>
                    <a:pt x="0" y="0"/>
                  </a:moveTo>
                  <a:lnTo>
                    <a:pt x="33338" y="0"/>
                  </a:lnTo>
                  <a:lnTo>
                    <a:pt x="33338" y="33337"/>
                  </a:lnTo>
                  <a:lnTo>
                    <a:pt x="0" y="3333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29"/>
            <p:cNvSpPr/>
            <p:nvPr/>
          </p:nvSpPr>
          <p:spPr>
            <a:xfrm>
              <a:off x="4225942" y="1589080"/>
              <a:ext cx="17585" cy="34668"/>
            </a:xfrm>
            <a:custGeom>
              <a:avLst/>
              <a:gdLst/>
              <a:ahLst/>
              <a:cxnLst/>
              <a:rect l="l" t="t" r="r" b="b"/>
              <a:pathLst>
                <a:path w="33337" h="65722" extrusionOk="0">
                  <a:moveTo>
                    <a:pt x="0" y="0"/>
                  </a:moveTo>
                  <a:lnTo>
                    <a:pt x="33338" y="0"/>
                  </a:lnTo>
                  <a:lnTo>
                    <a:pt x="33338" y="65722"/>
                  </a:lnTo>
                  <a:lnTo>
                    <a:pt x="0" y="6572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29"/>
            <p:cNvSpPr/>
            <p:nvPr/>
          </p:nvSpPr>
          <p:spPr>
            <a:xfrm>
              <a:off x="4155941" y="1519582"/>
              <a:ext cx="226602" cy="139177"/>
            </a:xfrm>
            <a:custGeom>
              <a:avLst/>
              <a:gdLst/>
              <a:ahLst/>
              <a:cxnLst/>
              <a:rect l="l" t="t" r="r" b="b"/>
              <a:pathLst>
                <a:path w="429577" h="263842" extrusionOk="0">
                  <a:moveTo>
                    <a:pt x="429577" y="263843"/>
                  </a:moveTo>
                  <a:lnTo>
                    <a:pt x="429577" y="16193"/>
                  </a:lnTo>
                  <a:cubicBezTo>
                    <a:pt x="429577" y="6668"/>
                    <a:pt x="421957" y="0"/>
                    <a:pt x="413385" y="0"/>
                  </a:cubicBezTo>
                  <a:lnTo>
                    <a:pt x="16193" y="0"/>
                  </a:lnTo>
                  <a:cubicBezTo>
                    <a:pt x="6668" y="0"/>
                    <a:pt x="0" y="7620"/>
                    <a:pt x="0" y="16193"/>
                  </a:cubicBezTo>
                  <a:lnTo>
                    <a:pt x="0" y="262890"/>
                  </a:lnTo>
                  <a:lnTo>
                    <a:pt x="429577" y="262890"/>
                  </a:lnTo>
                  <a:close/>
                  <a:moveTo>
                    <a:pt x="280035" y="131445"/>
                  </a:moveTo>
                  <a:lnTo>
                    <a:pt x="313373" y="131445"/>
                  </a:lnTo>
                  <a:cubicBezTo>
                    <a:pt x="322898" y="131445"/>
                    <a:pt x="329565" y="139065"/>
                    <a:pt x="329565" y="147638"/>
                  </a:cubicBezTo>
                  <a:lnTo>
                    <a:pt x="329565" y="213360"/>
                  </a:lnTo>
                  <a:cubicBezTo>
                    <a:pt x="329565" y="222885"/>
                    <a:pt x="321945" y="229553"/>
                    <a:pt x="313373" y="229553"/>
                  </a:cubicBezTo>
                  <a:lnTo>
                    <a:pt x="116205" y="229553"/>
                  </a:lnTo>
                  <a:cubicBezTo>
                    <a:pt x="106680" y="229553"/>
                    <a:pt x="100013" y="221933"/>
                    <a:pt x="100013" y="213360"/>
                  </a:cubicBezTo>
                  <a:lnTo>
                    <a:pt x="100013" y="115253"/>
                  </a:lnTo>
                  <a:cubicBezTo>
                    <a:pt x="100013" y="105728"/>
                    <a:pt x="107632" y="99060"/>
                    <a:pt x="116205" y="99060"/>
                  </a:cubicBezTo>
                  <a:lnTo>
                    <a:pt x="165735" y="99060"/>
                  </a:lnTo>
                  <a:lnTo>
                    <a:pt x="165735" y="82868"/>
                  </a:lnTo>
                  <a:cubicBezTo>
                    <a:pt x="165735" y="73343"/>
                    <a:pt x="173355" y="66675"/>
                    <a:pt x="181927" y="66675"/>
                  </a:cubicBezTo>
                  <a:lnTo>
                    <a:pt x="247650" y="66675"/>
                  </a:lnTo>
                  <a:cubicBezTo>
                    <a:pt x="257175" y="66675"/>
                    <a:pt x="263843" y="74295"/>
                    <a:pt x="263843" y="82868"/>
                  </a:cubicBezTo>
                  <a:lnTo>
                    <a:pt x="263843" y="132398"/>
                  </a:lnTo>
                  <a:lnTo>
                    <a:pt x="280035" y="13239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4" name="Google Shape;384;p29"/>
            <p:cNvGrpSpPr/>
            <p:nvPr/>
          </p:nvGrpSpPr>
          <p:grpSpPr>
            <a:xfrm>
              <a:off x="4120672" y="1676185"/>
              <a:ext cx="298226" cy="69494"/>
              <a:chOff x="5243691" y="978217"/>
              <a:chExt cx="564075" cy="131444"/>
            </a:xfrm>
          </p:grpSpPr>
          <p:sp>
            <p:nvSpPr>
              <p:cNvPr id="385" name="Google Shape;385;p29"/>
              <p:cNvSpPr/>
              <p:nvPr/>
            </p:nvSpPr>
            <p:spPr>
              <a:xfrm>
                <a:off x="5438774" y="1043939"/>
                <a:ext cx="171450" cy="65722"/>
              </a:xfrm>
              <a:custGeom>
                <a:avLst/>
                <a:gdLst/>
                <a:ahLst/>
                <a:cxnLst/>
                <a:rect l="l" t="t" r="r" b="b"/>
                <a:pathLst>
                  <a:path w="171450" h="65722" extrusionOk="0">
                    <a:moveTo>
                      <a:pt x="16193" y="0"/>
                    </a:moveTo>
                    <a:lnTo>
                      <a:pt x="0" y="65723"/>
                    </a:lnTo>
                    <a:lnTo>
                      <a:pt x="171450" y="65723"/>
                    </a:lnTo>
                    <a:lnTo>
                      <a:pt x="155257" y="0"/>
                    </a:lnTo>
                    <a:lnTo>
                      <a:pt x="16193"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 name="Google Shape;386;p29"/>
              <p:cNvSpPr/>
              <p:nvPr/>
            </p:nvSpPr>
            <p:spPr>
              <a:xfrm>
                <a:off x="5243691" y="978217"/>
                <a:ext cx="564075" cy="131444"/>
              </a:xfrm>
              <a:custGeom>
                <a:avLst/>
                <a:gdLst/>
                <a:ahLst/>
                <a:cxnLst/>
                <a:rect l="l" t="t" r="r" b="b"/>
                <a:pathLst>
                  <a:path w="564075" h="131444" extrusionOk="0">
                    <a:moveTo>
                      <a:pt x="506550" y="0"/>
                    </a:moveTo>
                    <a:lnTo>
                      <a:pt x="56018" y="0"/>
                    </a:lnTo>
                    <a:lnTo>
                      <a:pt x="1725" y="107632"/>
                    </a:lnTo>
                    <a:cubicBezTo>
                      <a:pt x="-1132" y="112395"/>
                      <a:pt x="-180" y="119063"/>
                      <a:pt x="2678" y="123825"/>
                    </a:cubicBezTo>
                    <a:cubicBezTo>
                      <a:pt x="5535" y="128588"/>
                      <a:pt x="11250" y="131445"/>
                      <a:pt x="16965" y="131445"/>
                    </a:cubicBezTo>
                    <a:lnTo>
                      <a:pt x="161745" y="131445"/>
                    </a:lnTo>
                    <a:lnTo>
                      <a:pt x="183653" y="44768"/>
                    </a:lnTo>
                    <a:cubicBezTo>
                      <a:pt x="185558" y="37147"/>
                      <a:pt x="192225" y="32385"/>
                      <a:pt x="199845" y="32385"/>
                    </a:cubicBezTo>
                    <a:lnTo>
                      <a:pt x="364628" y="32385"/>
                    </a:lnTo>
                    <a:cubicBezTo>
                      <a:pt x="372248" y="32385"/>
                      <a:pt x="378915" y="37147"/>
                      <a:pt x="380820" y="44768"/>
                    </a:cubicBezTo>
                    <a:lnTo>
                      <a:pt x="402728" y="131445"/>
                    </a:lnTo>
                    <a:lnTo>
                      <a:pt x="547508" y="131445"/>
                    </a:lnTo>
                    <a:cubicBezTo>
                      <a:pt x="553223" y="131445"/>
                      <a:pt x="558938" y="128588"/>
                      <a:pt x="561795" y="123825"/>
                    </a:cubicBezTo>
                    <a:cubicBezTo>
                      <a:pt x="564653" y="119063"/>
                      <a:pt x="564653" y="113347"/>
                      <a:pt x="562748" y="107632"/>
                    </a:cubicBezTo>
                    <a:lnTo>
                      <a:pt x="50655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7" name="Google Shape;387;p29"/>
          <p:cNvGrpSpPr/>
          <p:nvPr/>
        </p:nvGrpSpPr>
        <p:grpSpPr>
          <a:xfrm>
            <a:off x="1738925" y="4718600"/>
            <a:ext cx="5666144" cy="116400"/>
            <a:chOff x="1738925" y="4718600"/>
            <a:chExt cx="5666144" cy="116400"/>
          </a:xfrm>
        </p:grpSpPr>
        <p:sp>
          <p:nvSpPr>
            <p:cNvPr id="388" name="Google Shape;388;p29">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9" name="Google Shape;389;p29">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0" name="Google Shape;390;p29">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1" name="Google Shape;391;p29">
              <a:hlinkClick r:id="rId5"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2" name="Google Shape;392;p29">
              <a:hlinkClick r:id="rId6" action="ppaction://hlinksldjump"/>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3" name="Google Shape;393;p29">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4" name="Google Shape;394;p29">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5" name="Google Shape;395;p29">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6" name="Google Shape;396;p29">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7" name="Google Shape;397;p29">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8" name="Google Shape;398;p29">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7" name="Google Shape;407;p29">
              <a:hlinkClick r:id="rId1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 name="Subtitle 1">
            <a:extLst>
              <a:ext uri="{FF2B5EF4-FFF2-40B4-BE49-F238E27FC236}">
                <a16:creationId xmlns:a16="http://schemas.microsoft.com/office/drawing/2014/main" id="{BC6531AA-538C-F673-F126-7CD5D21B16AF}"/>
              </a:ext>
            </a:extLst>
          </p:cNvPr>
          <p:cNvSpPr>
            <a:spLocks noGrp="1" noChangeArrowheads="1"/>
          </p:cNvSpPr>
          <p:nvPr>
            <p:ph type="subTitle" idx="2"/>
          </p:nvPr>
        </p:nvSpPr>
        <p:spPr bwMode="auto">
          <a:xfrm>
            <a:off x="490330" y="2777555"/>
            <a:ext cx="491658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Overstocking or stockouts</a:t>
            </a:r>
            <a:r>
              <a:rPr kumimoji="0" lang="en-US" altLang="en-US" b="0" i="0" u="none" strike="noStrike" cap="none" normalizeH="0" baseline="0" dirty="0">
                <a:ln>
                  <a:noFill/>
                </a:ln>
                <a:solidFill>
                  <a:schemeClr val="tx1"/>
                </a:solidFill>
                <a:effectLst/>
                <a:latin typeface="Arial" panose="020B0604020202020204" pitchFamily="34" charset="0"/>
              </a:rPr>
              <a:t> during peak seasons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Poor inventory allocation</a:t>
            </a:r>
            <a:r>
              <a:rPr kumimoji="0" lang="en-US" altLang="en-US" b="0" i="0" u="none" strike="noStrike" cap="none" normalizeH="0" baseline="0" dirty="0">
                <a:ln>
                  <a:noFill/>
                </a:ln>
                <a:solidFill>
                  <a:schemeClr val="tx1"/>
                </a:solidFill>
                <a:effectLst/>
                <a:latin typeface="Arial" panose="020B0604020202020204" pitchFamily="34" charset="0"/>
              </a:rPr>
              <a:t> across warehouses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Inaccurate supplier ordering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Increased operating costs</a:t>
            </a:r>
            <a:r>
              <a:rPr kumimoji="0" lang="en-US" altLang="en-US" b="0" i="0" u="none" strike="noStrike" cap="none" normalizeH="0" baseline="0" dirty="0">
                <a:ln>
                  <a:noFill/>
                </a:ln>
                <a:solidFill>
                  <a:schemeClr val="tx1"/>
                </a:solidFill>
                <a:effectLst/>
                <a:latin typeface="Arial" panose="020B0604020202020204" pitchFamily="34" charset="0"/>
              </a:rPr>
              <a:t> due to rushed logistics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Lost revenue</a:t>
            </a:r>
            <a:r>
              <a:rPr kumimoji="0" lang="en-US" altLang="en-US" b="0" i="0" u="none" strike="noStrike" cap="none" normalizeH="0" baseline="0" dirty="0">
                <a:ln>
                  <a:noFill/>
                </a:ln>
                <a:solidFill>
                  <a:schemeClr val="tx1"/>
                </a:solidFill>
                <a:effectLst/>
                <a:latin typeface="Arial" panose="020B0604020202020204" pitchFamily="34" charset="0"/>
              </a:rPr>
              <a:t> from unmet effective demand</a:t>
            </a:r>
          </a:p>
        </p:txBody>
      </p:sp>
      <p:sp>
        <p:nvSpPr>
          <p:cNvPr id="4" name="Subtitle 3">
            <a:extLst>
              <a:ext uri="{FF2B5EF4-FFF2-40B4-BE49-F238E27FC236}">
                <a16:creationId xmlns:a16="http://schemas.microsoft.com/office/drawing/2014/main" id="{4C29EAE9-B4A4-F26E-5243-48C3F3E534EE}"/>
              </a:ext>
            </a:extLst>
          </p:cNvPr>
          <p:cNvSpPr>
            <a:spLocks noGrp="1" noChangeArrowheads="1"/>
          </p:cNvSpPr>
          <p:nvPr>
            <p:ph type="subTitle" idx="1"/>
          </p:nvPr>
        </p:nvSpPr>
        <p:spPr bwMode="auto">
          <a:xfrm>
            <a:off x="4484151" y="2834776"/>
            <a:ext cx="444129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Precise seasonal demand forecasting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Reduced stockouts and overstock situations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Optimized warehouse inventory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Better supplier planning and cost reduction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Improved customer experience through higher fulfillment rates</a:t>
            </a:r>
          </a:p>
        </p:txBody>
      </p:sp>
      <p:sp>
        <p:nvSpPr>
          <p:cNvPr id="5" name="TextBox 4">
            <a:extLst>
              <a:ext uri="{FF2B5EF4-FFF2-40B4-BE49-F238E27FC236}">
                <a16:creationId xmlns:a16="http://schemas.microsoft.com/office/drawing/2014/main" id="{2A83C0BB-F1B0-FA98-E6B5-70C25E0EA768}"/>
              </a:ext>
            </a:extLst>
          </p:cNvPr>
          <p:cNvSpPr txBox="1"/>
          <p:nvPr/>
        </p:nvSpPr>
        <p:spPr>
          <a:xfrm>
            <a:off x="720000" y="1141453"/>
            <a:ext cx="7867409" cy="646331"/>
          </a:xfrm>
          <a:prstGeom prst="rect">
            <a:avLst/>
          </a:prstGeom>
          <a:noFill/>
        </p:spPr>
        <p:txBody>
          <a:bodyPr wrap="square" rtlCol="0">
            <a:spAutoFit/>
          </a:bodyPr>
          <a:lstStyle/>
          <a:p>
            <a:r>
              <a:rPr lang="en-US" sz="1200" dirty="0"/>
              <a:t>our project introduces an </a:t>
            </a:r>
            <a:r>
              <a:rPr lang="en-US" sz="1200" b="1" dirty="0"/>
              <a:t>AI-powered Seasonal Demand Prediction system</a:t>
            </a:r>
            <a:r>
              <a:rPr lang="en-US" sz="1200" dirty="0"/>
              <a:t>. By combining sales data, inventory records, delivery outcomes, and operational expenses, the model forecasts </a:t>
            </a:r>
            <a:r>
              <a:rPr lang="en-US" sz="1200" b="1" dirty="0"/>
              <a:t>Effective Demand</a:t>
            </a:r>
            <a:r>
              <a:rPr lang="en-US" sz="1200" dirty="0"/>
              <a:t>—the true measure of demand based on orders that are successfully delivered.</a:t>
            </a:r>
            <a:endParaRPr lang="en-IN"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0"/>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Workflow and Methodology</a:t>
            </a:r>
            <a:endParaRPr dirty="0"/>
          </a:p>
        </p:txBody>
      </p:sp>
      <p:grpSp>
        <p:nvGrpSpPr>
          <p:cNvPr id="419" name="Google Shape;419;p30"/>
          <p:cNvGrpSpPr/>
          <p:nvPr/>
        </p:nvGrpSpPr>
        <p:grpSpPr>
          <a:xfrm>
            <a:off x="371010" y="668780"/>
            <a:ext cx="295982" cy="277589"/>
            <a:chOff x="4120688" y="2163694"/>
            <a:chExt cx="295982" cy="277589"/>
          </a:xfrm>
        </p:grpSpPr>
        <p:sp>
          <p:nvSpPr>
            <p:cNvPr id="420" name="Google Shape;420;p30"/>
            <p:cNvSpPr/>
            <p:nvPr/>
          </p:nvSpPr>
          <p:spPr>
            <a:xfrm>
              <a:off x="4120688" y="2163694"/>
              <a:ext cx="295982" cy="208011"/>
            </a:xfrm>
            <a:custGeom>
              <a:avLst/>
              <a:gdLst/>
              <a:ahLst/>
              <a:cxnLst/>
              <a:rect l="l" t="t" r="r" b="b"/>
              <a:pathLst>
                <a:path w="561103" h="394334" extrusionOk="0">
                  <a:moveTo>
                    <a:pt x="545782" y="0"/>
                  </a:moveTo>
                  <a:lnTo>
                    <a:pt x="337185" y="0"/>
                  </a:lnTo>
                  <a:lnTo>
                    <a:pt x="297180" y="120015"/>
                  </a:lnTo>
                  <a:cubicBezTo>
                    <a:pt x="295275" y="126683"/>
                    <a:pt x="288607" y="131445"/>
                    <a:pt x="281940" y="131445"/>
                  </a:cubicBezTo>
                  <a:lnTo>
                    <a:pt x="0" y="131445"/>
                  </a:lnTo>
                  <a:lnTo>
                    <a:pt x="0" y="378142"/>
                  </a:lnTo>
                  <a:cubicBezTo>
                    <a:pt x="0" y="387667"/>
                    <a:pt x="7620" y="394335"/>
                    <a:pt x="16193" y="394335"/>
                  </a:cubicBezTo>
                  <a:lnTo>
                    <a:pt x="33338" y="394335"/>
                  </a:lnTo>
                  <a:lnTo>
                    <a:pt x="33338" y="213360"/>
                  </a:lnTo>
                  <a:cubicBezTo>
                    <a:pt x="33338" y="185738"/>
                    <a:pt x="55245" y="163830"/>
                    <a:pt x="82868" y="163830"/>
                  </a:cubicBezTo>
                  <a:lnTo>
                    <a:pt x="478155" y="163830"/>
                  </a:lnTo>
                  <a:cubicBezTo>
                    <a:pt x="505777" y="163830"/>
                    <a:pt x="527685" y="185738"/>
                    <a:pt x="527685" y="213360"/>
                  </a:cubicBezTo>
                  <a:lnTo>
                    <a:pt x="527685" y="394335"/>
                  </a:lnTo>
                  <a:lnTo>
                    <a:pt x="544830" y="394335"/>
                  </a:lnTo>
                  <a:cubicBezTo>
                    <a:pt x="554355" y="394335"/>
                    <a:pt x="561023" y="386715"/>
                    <a:pt x="561023" y="378142"/>
                  </a:cubicBezTo>
                  <a:lnTo>
                    <a:pt x="561023" y="16192"/>
                  </a:lnTo>
                  <a:cubicBezTo>
                    <a:pt x="561975" y="7620"/>
                    <a:pt x="554355" y="0"/>
                    <a:pt x="545782" y="0"/>
                  </a:cubicBezTo>
                  <a:lnTo>
                    <a:pt x="54578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30"/>
            <p:cNvSpPr/>
            <p:nvPr/>
          </p:nvSpPr>
          <p:spPr>
            <a:xfrm>
              <a:off x="4121192" y="2163694"/>
              <a:ext cx="159274" cy="52254"/>
            </a:xfrm>
            <a:custGeom>
              <a:avLst/>
              <a:gdLst/>
              <a:ahLst/>
              <a:cxnLst/>
              <a:rect l="l" t="t" r="r" b="b"/>
              <a:pathLst>
                <a:path w="301942" h="99059" extrusionOk="0">
                  <a:moveTo>
                    <a:pt x="268605" y="99060"/>
                  </a:moveTo>
                  <a:lnTo>
                    <a:pt x="301943" y="0"/>
                  </a:lnTo>
                  <a:lnTo>
                    <a:pt x="16193" y="0"/>
                  </a:lnTo>
                  <a:cubicBezTo>
                    <a:pt x="6668" y="0"/>
                    <a:pt x="0" y="7620"/>
                    <a:pt x="0" y="16192"/>
                  </a:cubicBezTo>
                  <a:lnTo>
                    <a:pt x="0" y="98108"/>
                  </a:lnTo>
                  <a:lnTo>
                    <a:pt x="268605" y="98108"/>
                  </a:lnTo>
                  <a:close/>
                  <a:moveTo>
                    <a:pt x="214313" y="33338"/>
                  </a:moveTo>
                  <a:cubicBezTo>
                    <a:pt x="223838" y="33338"/>
                    <a:pt x="230505" y="40958"/>
                    <a:pt x="230505" y="49530"/>
                  </a:cubicBezTo>
                  <a:cubicBezTo>
                    <a:pt x="230505" y="58103"/>
                    <a:pt x="222885" y="65722"/>
                    <a:pt x="214313" y="65722"/>
                  </a:cubicBezTo>
                  <a:cubicBezTo>
                    <a:pt x="205740" y="65722"/>
                    <a:pt x="198120" y="58103"/>
                    <a:pt x="198120" y="49530"/>
                  </a:cubicBezTo>
                  <a:cubicBezTo>
                    <a:pt x="198120" y="40958"/>
                    <a:pt x="204788" y="33338"/>
                    <a:pt x="214313" y="33338"/>
                  </a:cubicBezTo>
                  <a:lnTo>
                    <a:pt x="214313" y="33338"/>
                  </a:lnTo>
                  <a:close/>
                  <a:moveTo>
                    <a:pt x="148590" y="33338"/>
                  </a:moveTo>
                  <a:cubicBezTo>
                    <a:pt x="158115" y="33338"/>
                    <a:pt x="164783" y="40958"/>
                    <a:pt x="164783" y="49530"/>
                  </a:cubicBezTo>
                  <a:cubicBezTo>
                    <a:pt x="164783" y="58103"/>
                    <a:pt x="157163" y="65722"/>
                    <a:pt x="148590" y="65722"/>
                  </a:cubicBezTo>
                  <a:cubicBezTo>
                    <a:pt x="140018" y="65722"/>
                    <a:pt x="132398" y="58103"/>
                    <a:pt x="132398" y="49530"/>
                  </a:cubicBezTo>
                  <a:cubicBezTo>
                    <a:pt x="132398" y="40958"/>
                    <a:pt x="139065" y="33338"/>
                    <a:pt x="148590" y="33338"/>
                  </a:cubicBezTo>
                  <a:lnTo>
                    <a:pt x="148590" y="33338"/>
                  </a:lnTo>
                  <a:close/>
                  <a:moveTo>
                    <a:pt x="82868" y="33338"/>
                  </a:moveTo>
                  <a:cubicBezTo>
                    <a:pt x="92393" y="33338"/>
                    <a:pt x="99060" y="40958"/>
                    <a:pt x="99060" y="49530"/>
                  </a:cubicBezTo>
                  <a:cubicBezTo>
                    <a:pt x="99060" y="58103"/>
                    <a:pt x="91440" y="65722"/>
                    <a:pt x="82868" y="65722"/>
                  </a:cubicBezTo>
                  <a:cubicBezTo>
                    <a:pt x="74295" y="65722"/>
                    <a:pt x="66675" y="58103"/>
                    <a:pt x="66675" y="49530"/>
                  </a:cubicBezTo>
                  <a:cubicBezTo>
                    <a:pt x="66675" y="40958"/>
                    <a:pt x="73343" y="33338"/>
                    <a:pt x="82868" y="33338"/>
                  </a:cubicBezTo>
                  <a:lnTo>
                    <a:pt x="82868" y="3333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30"/>
            <p:cNvSpPr/>
            <p:nvPr/>
          </p:nvSpPr>
          <p:spPr>
            <a:xfrm>
              <a:off x="4155941" y="2267940"/>
              <a:ext cx="225640" cy="173343"/>
            </a:xfrm>
            <a:custGeom>
              <a:avLst/>
              <a:gdLst/>
              <a:ahLst/>
              <a:cxnLst/>
              <a:rect l="l" t="t" r="r" b="b"/>
              <a:pathLst>
                <a:path w="427753" h="328612" extrusionOk="0">
                  <a:moveTo>
                    <a:pt x="411480" y="0"/>
                  </a:moveTo>
                  <a:lnTo>
                    <a:pt x="16193" y="0"/>
                  </a:lnTo>
                  <a:cubicBezTo>
                    <a:pt x="6668" y="0"/>
                    <a:pt x="0" y="7620"/>
                    <a:pt x="0" y="16192"/>
                  </a:cubicBezTo>
                  <a:lnTo>
                    <a:pt x="0" y="312420"/>
                  </a:lnTo>
                  <a:cubicBezTo>
                    <a:pt x="0" y="321945"/>
                    <a:pt x="7620" y="328613"/>
                    <a:pt x="16193" y="328613"/>
                  </a:cubicBezTo>
                  <a:lnTo>
                    <a:pt x="411480" y="328613"/>
                  </a:lnTo>
                  <a:cubicBezTo>
                    <a:pt x="421005" y="328613"/>
                    <a:pt x="427673" y="320992"/>
                    <a:pt x="427673" y="312420"/>
                  </a:cubicBezTo>
                  <a:lnTo>
                    <a:pt x="427673" y="16192"/>
                  </a:lnTo>
                  <a:cubicBezTo>
                    <a:pt x="428625" y="7620"/>
                    <a:pt x="421005" y="0"/>
                    <a:pt x="411480" y="0"/>
                  </a:cubicBezTo>
                  <a:lnTo>
                    <a:pt x="411480" y="0"/>
                  </a:lnTo>
                  <a:close/>
                  <a:moveTo>
                    <a:pt x="313373" y="49530"/>
                  </a:moveTo>
                  <a:cubicBezTo>
                    <a:pt x="322898" y="49530"/>
                    <a:pt x="329565" y="57150"/>
                    <a:pt x="329565" y="65723"/>
                  </a:cubicBezTo>
                  <a:cubicBezTo>
                    <a:pt x="329565" y="74295"/>
                    <a:pt x="321945" y="81915"/>
                    <a:pt x="313373" y="81915"/>
                  </a:cubicBezTo>
                  <a:cubicBezTo>
                    <a:pt x="304800" y="81915"/>
                    <a:pt x="297180" y="74295"/>
                    <a:pt x="297180" y="65723"/>
                  </a:cubicBezTo>
                  <a:cubicBezTo>
                    <a:pt x="297180" y="57150"/>
                    <a:pt x="303848" y="49530"/>
                    <a:pt x="313373" y="49530"/>
                  </a:cubicBezTo>
                  <a:lnTo>
                    <a:pt x="313373" y="49530"/>
                  </a:lnTo>
                  <a:close/>
                  <a:moveTo>
                    <a:pt x="247650" y="49530"/>
                  </a:moveTo>
                  <a:cubicBezTo>
                    <a:pt x="257175" y="49530"/>
                    <a:pt x="263843" y="57150"/>
                    <a:pt x="263843" y="65723"/>
                  </a:cubicBezTo>
                  <a:cubicBezTo>
                    <a:pt x="263843" y="74295"/>
                    <a:pt x="256223" y="81915"/>
                    <a:pt x="247650" y="81915"/>
                  </a:cubicBezTo>
                  <a:cubicBezTo>
                    <a:pt x="239077" y="81915"/>
                    <a:pt x="231457" y="74295"/>
                    <a:pt x="231457" y="65723"/>
                  </a:cubicBezTo>
                  <a:cubicBezTo>
                    <a:pt x="231457" y="57150"/>
                    <a:pt x="238125" y="49530"/>
                    <a:pt x="247650" y="49530"/>
                  </a:cubicBezTo>
                  <a:lnTo>
                    <a:pt x="247650" y="49530"/>
                  </a:lnTo>
                  <a:close/>
                  <a:moveTo>
                    <a:pt x="230505" y="132398"/>
                  </a:moveTo>
                  <a:cubicBezTo>
                    <a:pt x="230505" y="141923"/>
                    <a:pt x="222885" y="148590"/>
                    <a:pt x="214313" y="148590"/>
                  </a:cubicBezTo>
                  <a:lnTo>
                    <a:pt x="115252" y="148590"/>
                  </a:lnTo>
                  <a:cubicBezTo>
                    <a:pt x="105727" y="148590"/>
                    <a:pt x="99060" y="140970"/>
                    <a:pt x="99060" y="132398"/>
                  </a:cubicBezTo>
                  <a:cubicBezTo>
                    <a:pt x="99060" y="123825"/>
                    <a:pt x="106680" y="116205"/>
                    <a:pt x="115252" y="116205"/>
                  </a:cubicBezTo>
                  <a:lnTo>
                    <a:pt x="214313" y="116205"/>
                  </a:lnTo>
                  <a:cubicBezTo>
                    <a:pt x="223838" y="115253"/>
                    <a:pt x="230505" y="122873"/>
                    <a:pt x="230505" y="132398"/>
                  </a:cubicBezTo>
                  <a:lnTo>
                    <a:pt x="230505" y="132398"/>
                  </a:lnTo>
                  <a:close/>
                  <a:moveTo>
                    <a:pt x="82868" y="49530"/>
                  </a:moveTo>
                  <a:lnTo>
                    <a:pt x="180975" y="49530"/>
                  </a:lnTo>
                  <a:cubicBezTo>
                    <a:pt x="190500" y="49530"/>
                    <a:pt x="197168" y="57150"/>
                    <a:pt x="197168" y="65723"/>
                  </a:cubicBezTo>
                  <a:cubicBezTo>
                    <a:pt x="197168" y="74295"/>
                    <a:pt x="189548" y="81915"/>
                    <a:pt x="180975" y="81915"/>
                  </a:cubicBezTo>
                  <a:lnTo>
                    <a:pt x="81915" y="81915"/>
                  </a:lnTo>
                  <a:cubicBezTo>
                    <a:pt x="72390" y="81915"/>
                    <a:pt x="65723" y="74295"/>
                    <a:pt x="65723" y="65723"/>
                  </a:cubicBezTo>
                  <a:cubicBezTo>
                    <a:pt x="65723" y="57150"/>
                    <a:pt x="73343" y="49530"/>
                    <a:pt x="82868" y="49530"/>
                  </a:cubicBezTo>
                  <a:lnTo>
                    <a:pt x="82868" y="49530"/>
                  </a:lnTo>
                  <a:close/>
                  <a:moveTo>
                    <a:pt x="82868" y="181928"/>
                  </a:moveTo>
                  <a:cubicBezTo>
                    <a:pt x="92393" y="181928"/>
                    <a:pt x="99060" y="189548"/>
                    <a:pt x="99060" y="198120"/>
                  </a:cubicBezTo>
                  <a:cubicBezTo>
                    <a:pt x="99060" y="206692"/>
                    <a:pt x="91440" y="214313"/>
                    <a:pt x="82868" y="214313"/>
                  </a:cubicBezTo>
                  <a:cubicBezTo>
                    <a:pt x="74295" y="214313"/>
                    <a:pt x="66675" y="206692"/>
                    <a:pt x="66675" y="198120"/>
                  </a:cubicBezTo>
                  <a:cubicBezTo>
                    <a:pt x="66675" y="189548"/>
                    <a:pt x="73343" y="181928"/>
                    <a:pt x="82868" y="181928"/>
                  </a:cubicBezTo>
                  <a:lnTo>
                    <a:pt x="82868" y="181928"/>
                  </a:lnTo>
                  <a:close/>
                  <a:moveTo>
                    <a:pt x="180975" y="280035"/>
                  </a:moveTo>
                  <a:lnTo>
                    <a:pt x="81915" y="280035"/>
                  </a:lnTo>
                  <a:cubicBezTo>
                    <a:pt x="72390" y="280035"/>
                    <a:pt x="65723" y="272415"/>
                    <a:pt x="65723" y="263842"/>
                  </a:cubicBezTo>
                  <a:cubicBezTo>
                    <a:pt x="65723" y="255270"/>
                    <a:pt x="73343" y="247650"/>
                    <a:pt x="81915" y="247650"/>
                  </a:cubicBezTo>
                  <a:lnTo>
                    <a:pt x="180975" y="247650"/>
                  </a:lnTo>
                  <a:cubicBezTo>
                    <a:pt x="190500" y="247650"/>
                    <a:pt x="197168" y="255270"/>
                    <a:pt x="197168" y="263842"/>
                  </a:cubicBezTo>
                  <a:cubicBezTo>
                    <a:pt x="197168" y="272415"/>
                    <a:pt x="190500" y="280035"/>
                    <a:pt x="180975" y="280035"/>
                  </a:cubicBezTo>
                  <a:lnTo>
                    <a:pt x="180975" y="280035"/>
                  </a:lnTo>
                  <a:close/>
                  <a:moveTo>
                    <a:pt x="214313" y="214313"/>
                  </a:moveTo>
                  <a:lnTo>
                    <a:pt x="148590" y="214313"/>
                  </a:lnTo>
                  <a:cubicBezTo>
                    <a:pt x="139065" y="214313"/>
                    <a:pt x="132398" y="206692"/>
                    <a:pt x="132398" y="198120"/>
                  </a:cubicBezTo>
                  <a:cubicBezTo>
                    <a:pt x="132398" y="189548"/>
                    <a:pt x="140018" y="181928"/>
                    <a:pt x="148590" y="181928"/>
                  </a:cubicBezTo>
                  <a:lnTo>
                    <a:pt x="214313" y="181928"/>
                  </a:lnTo>
                  <a:cubicBezTo>
                    <a:pt x="223838" y="181928"/>
                    <a:pt x="230505" y="189548"/>
                    <a:pt x="230505" y="198120"/>
                  </a:cubicBezTo>
                  <a:cubicBezTo>
                    <a:pt x="230505" y="206692"/>
                    <a:pt x="223838" y="214313"/>
                    <a:pt x="214313" y="214313"/>
                  </a:cubicBezTo>
                  <a:lnTo>
                    <a:pt x="214313" y="214313"/>
                  </a:lnTo>
                  <a:close/>
                  <a:moveTo>
                    <a:pt x="313373" y="280035"/>
                  </a:moveTo>
                  <a:lnTo>
                    <a:pt x="247650" y="280035"/>
                  </a:lnTo>
                  <a:cubicBezTo>
                    <a:pt x="238125" y="280035"/>
                    <a:pt x="231457" y="272415"/>
                    <a:pt x="231457" y="263842"/>
                  </a:cubicBezTo>
                  <a:cubicBezTo>
                    <a:pt x="231457" y="255270"/>
                    <a:pt x="239077" y="247650"/>
                    <a:pt x="247650" y="247650"/>
                  </a:cubicBezTo>
                  <a:lnTo>
                    <a:pt x="313373" y="247650"/>
                  </a:lnTo>
                  <a:cubicBezTo>
                    <a:pt x="322898" y="247650"/>
                    <a:pt x="329565" y="255270"/>
                    <a:pt x="329565" y="263842"/>
                  </a:cubicBezTo>
                  <a:cubicBezTo>
                    <a:pt x="329565" y="272415"/>
                    <a:pt x="321945" y="280035"/>
                    <a:pt x="313373" y="280035"/>
                  </a:cubicBezTo>
                  <a:lnTo>
                    <a:pt x="313373" y="280035"/>
                  </a:lnTo>
                  <a:close/>
                  <a:moveTo>
                    <a:pt x="345757" y="214313"/>
                  </a:moveTo>
                  <a:lnTo>
                    <a:pt x="280035" y="214313"/>
                  </a:lnTo>
                  <a:cubicBezTo>
                    <a:pt x="270510" y="214313"/>
                    <a:pt x="263843" y="206692"/>
                    <a:pt x="263843" y="198120"/>
                  </a:cubicBezTo>
                  <a:cubicBezTo>
                    <a:pt x="263843" y="189548"/>
                    <a:pt x="271463" y="181928"/>
                    <a:pt x="280035" y="181928"/>
                  </a:cubicBezTo>
                  <a:lnTo>
                    <a:pt x="345757" y="181928"/>
                  </a:lnTo>
                  <a:cubicBezTo>
                    <a:pt x="355282" y="181928"/>
                    <a:pt x="361950" y="189548"/>
                    <a:pt x="361950" y="198120"/>
                  </a:cubicBezTo>
                  <a:cubicBezTo>
                    <a:pt x="361950" y="206692"/>
                    <a:pt x="355282" y="214313"/>
                    <a:pt x="345757" y="214313"/>
                  </a:cubicBezTo>
                  <a:lnTo>
                    <a:pt x="345757" y="2143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2" name="Google Shape;432;p30"/>
          <p:cNvGrpSpPr/>
          <p:nvPr/>
        </p:nvGrpSpPr>
        <p:grpSpPr>
          <a:xfrm>
            <a:off x="1738925" y="4718600"/>
            <a:ext cx="5666144" cy="116400"/>
            <a:chOff x="1738925" y="4718600"/>
            <a:chExt cx="5666144" cy="116400"/>
          </a:xfrm>
        </p:grpSpPr>
        <p:sp>
          <p:nvSpPr>
            <p:cNvPr id="433" name="Google Shape;433;p30">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4" name="Google Shape;434;p30">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5" name="Google Shape;435;p30">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6" name="Google Shape;436;p30">
              <a:hlinkClick r:id="rId5"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7" name="Google Shape;437;p30">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8" name="Google Shape;438;p30">
              <a:hlinkClick r:id="rId7" action="ppaction://hlinksldjump"/>
            </p:cNvPr>
            <p:cNvSpPr/>
            <p:nvPr/>
          </p:nvSpPr>
          <p:spPr>
            <a:xfrm>
              <a:off x="3491476"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9" name="Google Shape;439;p30">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0" name="Google Shape;440;p30">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1" name="Google Shape;441;p30">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2" name="Google Shape;442;p30">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3" name="Google Shape;443;p30">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4" name="Google Shape;444;p30">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5" name="Google Shape;445;p30">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6" name="Google Shape;446;p30">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7" name="Google Shape;447;p30">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8" name="Google Shape;448;p30">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9" name="Google Shape;449;p30">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0" name="Google Shape;450;p30">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1" name="Google Shape;451;p30">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2" name="Google Shape;452;p30">
              <a:hlinkClick r:id="rId1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6" name="TextBox 5">
            <a:extLst>
              <a:ext uri="{FF2B5EF4-FFF2-40B4-BE49-F238E27FC236}">
                <a16:creationId xmlns:a16="http://schemas.microsoft.com/office/drawing/2014/main" id="{D6A1EEC5-D509-B617-9B31-B5258FA4F75A}"/>
              </a:ext>
            </a:extLst>
          </p:cNvPr>
          <p:cNvSpPr txBox="1"/>
          <p:nvPr/>
        </p:nvSpPr>
        <p:spPr>
          <a:xfrm>
            <a:off x="406265" y="1050615"/>
            <a:ext cx="5538346" cy="4001095"/>
          </a:xfrm>
          <a:prstGeom prst="rect">
            <a:avLst/>
          </a:prstGeom>
          <a:noFill/>
        </p:spPr>
        <p:txBody>
          <a:bodyPr wrap="square" rtlCol="0">
            <a:spAutoFit/>
          </a:bodyPr>
          <a:lstStyle/>
          <a:p>
            <a:r>
              <a:rPr lang="en-US" sz="1100" b="1" dirty="0"/>
              <a:t>1</a:t>
            </a:r>
            <a:r>
              <a:rPr lang="en-US" sz="1050" b="1" dirty="0"/>
              <a:t>. Data Collection</a:t>
            </a:r>
          </a:p>
          <a:p>
            <a:r>
              <a:rPr lang="en-US" sz="1050" dirty="0"/>
              <a:t>Gather sales data, inventory levels, expenses, delivery status, and seasonal factors.</a:t>
            </a:r>
          </a:p>
          <a:p>
            <a:endParaRPr lang="en-US" sz="1050" dirty="0"/>
          </a:p>
          <a:p>
            <a:r>
              <a:rPr lang="en-US" sz="1050" b="1" dirty="0"/>
              <a:t>2. Data Cleaning &amp; Preprocessing</a:t>
            </a:r>
          </a:p>
          <a:p>
            <a:r>
              <a:rPr lang="en-US" sz="1050" dirty="0"/>
              <a:t>Handle missing values, remove noise, normalize data, and engineer features like seasonality,</a:t>
            </a:r>
          </a:p>
          <a:p>
            <a:r>
              <a:rPr lang="en-US" sz="1050" dirty="0"/>
              <a:t> trends, and delivery success rates.</a:t>
            </a:r>
          </a:p>
          <a:p>
            <a:endParaRPr lang="en-US" sz="1050" dirty="0"/>
          </a:p>
          <a:p>
            <a:r>
              <a:rPr lang="en-US" sz="1050" b="1" dirty="0"/>
              <a:t>3. Exploratory Data Analysis (EDA)</a:t>
            </a:r>
          </a:p>
          <a:p>
            <a:r>
              <a:rPr lang="en-US" sz="1050" dirty="0"/>
              <a:t>Identify demand patterns, seasonal spikes, cancellation trends, and supply chain bottlenecks.</a:t>
            </a:r>
          </a:p>
          <a:p>
            <a:endParaRPr lang="en-US" sz="1050" dirty="0"/>
          </a:p>
          <a:p>
            <a:r>
              <a:rPr lang="en-US" sz="1050" b="1" dirty="0"/>
              <a:t>4. Model Development</a:t>
            </a:r>
          </a:p>
          <a:p>
            <a:r>
              <a:rPr lang="en-US" sz="1050" dirty="0"/>
              <a:t>Train machine learning models (e.g., Random Forest, </a:t>
            </a:r>
            <a:r>
              <a:rPr lang="en-US" sz="1050" dirty="0" err="1"/>
              <a:t>XGBoost</a:t>
            </a:r>
            <a:r>
              <a:rPr lang="en-US" sz="1050" dirty="0"/>
              <a:t>, Time-series models) to predict </a:t>
            </a:r>
            <a:r>
              <a:rPr lang="en-US" sz="1050" b="1" dirty="0"/>
              <a:t>Effective Demand</a:t>
            </a:r>
            <a:r>
              <a:rPr lang="en-US" sz="1050" dirty="0"/>
              <a:t>.</a:t>
            </a:r>
          </a:p>
          <a:p>
            <a:endParaRPr lang="en-US" sz="1050" dirty="0"/>
          </a:p>
          <a:p>
            <a:r>
              <a:rPr lang="en-US" sz="1050" b="1" dirty="0"/>
              <a:t>5. Model Evaluation</a:t>
            </a:r>
          </a:p>
          <a:p>
            <a:r>
              <a:rPr lang="en-US" sz="1050" dirty="0"/>
              <a:t>Validate accuracy using metrics such as RMSE, MAE, and compare performance across models.</a:t>
            </a:r>
          </a:p>
          <a:p>
            <a:endParaRPr lang="en-US" sz="1050" dirty="0"/>
          </a:p>
          <a:p>
            <a:r>
              <a:rPr lang="en-US" sz="1050" b="1" dirty="0"/>
              <a:t>6. Prediction &amp; Visualization</a:t>
            </a:r>
          </a:p>
          <a:p>
            <a:r>
              <a:rPr lang="en-US" sz="1050" dirty="0"/>
              <a:t>Generate seasonal demand forecasts and visualize insights through charts and dashboards</a:t>
            </a:r>
          </a:p>
          <a:p>
            <a:endParaRPr lang="en-IN" sz="1200" dirty="0"/>
          </a:p>
        </p:txBody>
      </p:sp>
      <p:pic>
        <p:nvPicPr>
          <p:cNvPr id="7" name="Picture 6">
            <a:extLst>
              <a:ext uri="{FF2B5EF4-FFF2-40B4-BE49-F238E27FC236}">
                <a16:creationId xmlns:a16="http://schemas.microsoft.com/office/drawing/2014/main" id="{69914C44-CA1B-C446-8822-9799FFA4CD4D}"/>
              </a:ext>
            </a:extLst>
          </p:cNvPr>
          <p:cNvPicPr>
            <a:picLocks noChangeAspect="1"/>
          </p:cNvPicPr>
          <p:nvPr/>
        </p:nvPicPr>
        <p:blipFill>
          <a:blip r:embed="rId14"/>
          <a:stretch>
            <a:fillRect/>
          </a:stretch>
        </p:blipFill>
        <p:spPr>
          <a:xfrm>
            <a:off x="5828210" y="707726"/>
            <a:ext cx="2987384" cy="1716099"/>
          </a:xfrm>
          <a:prstGeom prst="rect">
            <a:avLst/>
          </a:prstGeom>
        </p:spPr>
      </p:pic>
      <p:pic>
        <p:nvPicPr>
          <p:cNvPr id="8" name="Picture 7">
            <a:extLst>
              <a:ext uri="{FF2B5EF4-FFF2-40B4-BE49-F238E27FC236}">
                <a16:creationId xmlns:a16="http://schemas.microsoft.com/office/drawing/2014/main" id="{95D9D19E-C641-738A-6C6E-1302FEC241D9}"/>
              </a:ext>
            </a:extLst>
          </p:cNvPr>
          <p:cNvPicPr>
            <a:picLocks noChangeAspect="1"/>
          </p:cNvPicPr>
          <p:nvPr/>
        </p:nvPicPr>
        <p:blipFill>
          <a:blip r:embed="rId15"/>
          <a:stretch>
            <a:fillRect/>
          </a:stretch>
        </p:blipFill>
        <p:spPr>
          <a:xfrm>
            <a:off x="5828211" y="2511186"/>
            <a:ext cx="3041854" cy="15816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8" name="Google Shape;458;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Caveats &amp; Limitations</a:t>
            </a:r>
            <a:endParaRPr dirty="0"/>
          </a:p>
        </p:txBody>
      </p:sp>
      <p:grpSp>
        <p:nvGrpSpPr>
          <p:cNvPr id="474" name="Google Shape;474;p31"/>
          <p:cNvGrpSpPr/>
          <p:nvPr/>
        </p:nvGrpSpPr>
        <p:grpSpPr>
          <a:xfrm>
            <a:off x="443657" y="645327"/>
            <a:ext cx="296442" cy="296936"/>
            <a:chOff x="1350851" y="3498247"/>
            <a:chExt cx="296442" cy="296936"/>
          </a:xfrm>
        </p:grpSpPr>
        <p:grpSp>
          <p:nvGrpSpPr>
            <p:cNvPr id="475" name="Google Shape;475;p31"/>
            <p:cNvGrpSpPr/>
            <p:nvPr/>
          </p:nvGrpSpPr>
          <p:grpSpPr>
            <a:xfrm>
              <a:off x="1370004" y="3628087"/>
              <a:ext cx="256703" cy="167095"/>
              <a:chOff x="40989" y="4670107"/>
              <a:chExt cx="485537" cy="316049"/>
            </a:xfrm>
          </p:grpSpPr>
          <p:sp>
            <p:nvSpPr>
              <p:cNvPr id="476" name="Google Shape;476;p31"/>
              <p:cNvSpPr/>
              <p:nvPr/>
            </p:nvSpPr>
            <p:spPr>
              <a:xfrm>
                <a:off x="175292" y="4670107"/>
                <a:ext cx="221694" cy="211586"/>
              </a:xfrm>
              <a:custGeom>
                <a:avLst/>
                <a:gdLst/>
                <a:ahLst/>
                <a:cxnLst/>
                <a:rect l="l" t="t" r="r" b="b"/>
                <a:pathLst>
                  <a:path w="221694" h="211586" extrusionOk="0">
                    <a:moveTo>
                      <a:pt x="159987" y="209550"/>
                    </a:moveTo>
                    <a:lnTo>
                      <a:pt x="109505" y="182880"/>
                    </a:lnTo>
                    <a:lnTo>
                      <a:pt x="59022" y="209550"/>
                    </a:lnTo>
                    <a:cubicBezTo>
                      <a:pt x="53307" y="212408"/>
                      <a:pt x="46640" y="212408"/>
                      <a:pt x="41877" y="208598"/>
                    </a:cubicBezTo>
                    <a:cubicBezTo>
                      <a:pt x="37115" y="204787"/>
                      <a:pt x="34257" y="199073"/>
                      <a:pt x="35210" y="192405"/>
                    </a:cubicBezTo>
                    <a:lnTo>
                      <a:pt x="44735" y="136208"/>
                    </a:lnTo>
                    <a:lnTo>
                      <a:pt x="4730" y="96202"/>
                    </a:lnTo>
                    <a:cubicBezTo>
                      <a:pt x="-33" y="91440"/>
                      <a:pt x="-985" y="85725"/>
                      <a:pt x="920" y="79058"/>
                    </a:cubicBezTo>
                    <a:cubicBezTo>
                      <a:pt x="2825" y="73342"/>
                      <a:pt x="7587" y="68580"/>
                      <a:pt x="14255" y="67627"/>
                    </a:cubicBezTo>
                    <a:lnTo>
                      <a:pt x="70452" y="59055"/>
                    </a:lnTo>
                    <a:lnTo>
                      <a:pt x="96170" y="8573"/>
                    </a:lnTo>
                    <a:cubicBezTo>
                      <a:pt x="101885" y="-2858"/>
                      <a:pt x="119982" y="-2858"/>
                      <a:pt x="125697" y="8573"/>
                    </a:cubicBezTo>
                    <a:lnTo>
                      <a:pt x="151415" y="59055"/>
                    </a:lnTo>
                    <a:lnTo>
                      <a:pt x="207612" y="67627"/>
                    </a:lnTo>
                    <a:cubicBezTo>
                      <a:pt x="213327" y="68580"/>
                      <a:pt x="219042" y="72390"/>
                      <a:pt x="220947" y="79058"/>
                    </a:cubicBezTo>
                    <a:cubicBezTo>
                      <a:pt x="222852" y="84773"/>
                      <a:pt x="220947" y="91440"/>
                      <a:pt x="217137" y="96202"/>
                    </a:cubicBezTo>
                    <a:lnTo>
                      <a:pt x="177132" y="136208"/>
                    </a:lnTo>
                    <a:lnTo>
                      <a:pt x="186657" y="192405"/>
                    </a:lnTo>
                    <a:cubicBezTo>
                      <a:pt x="187610" y="198120"/>
                      <a:pt x="184752" y="204787"/>
                      <a:pt x="179990" y="208598"/>
                    </a:cubicBezTo>
                    <a:cubicBezTo>
                      <a:pt x="172370" y="211455"/>
                      <a:pt x="165702" y="212408"/>
                      <a:pt x="159987" y="209550"/>
                    </a:cubicBezTo>
                    <a:lnTo>
                      <a:pt x="159987" y="20955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31"/>
              <p:cNvSpPr/>
              <p:nvPr/>
            </p:nvSpPr>
            <p:spPr>
              <a:xfrm>
                <a:off x="40989" y="4834889"/>
                <a:ext cx="156924" cy="151267"/>
              </a:xfrm>
              <a:custGeom>
                <a:avLst/>
                <a:gdLst/>
                <a:ahLst/>
                <a:cxnLst/>
                <a:rect l="l" t="t" r="r" b="b"/>
                <a:pathLst>
                  <a:path w="156924" h="151267" extrusionOk="0">
                    <a:moveTo>
                      <a:pt x="110457" y="149542"/>
                    </a:moveTo>
                    <a:lnTo>
                      <a:pt x="79025" y="133350"/>
                    </a:lnTo>
                    <a:lnTo>
                      <a:pt x="47592" y="149542"/>
                    </a:lnTo>
                    <a:cubicBezTo>
                      <a:pt x="41877" y="152400"/>
                      <a:pt x="35210" y="151448"/>
                      <a:pt x="30447" y="148590"/>
                    </a:cubicBezTo>
                    <a:cubicBezTo>
                      <a:pt x="25685" y="144780"/>
                      <a:pt x="22827" y="139065"/>
                      <a:pt x="23780" y="132398"/>
                    </a:cubicBezTo>
                    <a:lnTo>
                      <a:pt x="29495" y="98108"/>
                    </a:lnTo>
                    <a:lnTo>
                      <a:pt x="4730" y="73342"/>
                    </a:lnTo>
                    <a:cubicBezTo>
                      <a:pt x="-33" y="68580"/>
                      <a:pt x="-985" y="62865"/>
                      <a:pt x="920" y="56198"/>
                    </a:cubicBezTo>
                    <a:cubicBezTo>
                      <a:pt x="2825" y="50483"/>
                      <a:pt x="7587" y="45720"/>
                      <a:pt x="14255" y="44767"/>
                    </a:cubicBezTo>
                    <a:lnTo>
                      <a:pt x="48545" y="40005"/>
                    </a:lnTo>
                    <a:lnTo>
                      <a:pt x="63785" y="8573"/>
                    </a:lnTo>
                    <a:cubicBezTo>
                      <a:pt x="69500" y="-2858"/>
                      <a:pt x="87597" y="-2858"/>
                      <a:pt x="93312" y="8573"/>
                    </a:cubicBezTo>
                    <a:lnTo>
                      <a:pt x="108552" y="40005"/>
                    </a:lnTo>
                    <a:lnTo>
                      <a:pt x="142842" y="44767"/>
                    </a:lnTo>
                    <a:cubicBezTo>
                      <a:pt x="148557" y="45720"/>
                      <a:pt x="154272" y="50483"/>
                      <a:pt x="156177" y="56198"/>
                    </a:cubicBezTo>
                    <a:cubicBezTo>
                      <a:pt x="158082" y="61913"/>
                      <a:pt x="156177" y="68580"/>
                      <a:pt x="152367" y="73342"/>
                    </a:cubicBezTo>
                    <a:lnTo>
                      <a:pt x="127602" y="98108"/>
                    </a:lnTo>
                    <a:lnTo>
                      <a:pt x="133317" y="132398"/>
                    </a:lnTo>
                    <a:cubicBezTo>
                      <a:pt x="134270" y="138113"/>
                      <a:pt x="131412" y="144780"/>
                      <a:pt x="126650" y="148590"/>
                    </a:cubicBezTo>
                    <a:cubicBezTo>
                      <a:pt x="122840" y="151448"/>
                      <a:pt x="116172" y="152400"/>
                      <a:pt x="110457" y="149542"/>
                    </a:cubicBezTo>
                    <a:lnTo>
                      <a:pt x="110457" y="14954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31"/>
              <p:cNvSpPr/>
              <p:nvPr/>
            </p:nvSpPr>
            <p:spPr>
              <a:xfrm>
                <a:off x="369602" y="4834889"/>
                <a:ext cx="156924" cy="151267"/>
              </a:xfrm>
              <a:custGeom>
                <a:avLst/>
                <a:gdLst/>
                <a:ahLst/>
                <a:cxnLst/>
                <a:rect l="l" t="t" r="r" b="b"/>
                <a:pathLst>
                  <a:path w="156924" h="151267" extrusionOk="0">
                    <a:moveTo>
                      <a:pt x="110457" y="149542"/>
                    </a:moveTo>
                    <a:lnTo>
                      <a:pt x="79025" y="133350"/>
                    </a:lnTo>
                    <a:lnTo>
                      <a:pt x="47592" y="149542"/>
                    </a:lnTo>
                    <a:cubicBezTo>
                      <a:pt x="41877" y="152400"/>
                      <a:pt x="35210" y="151448"/>
                      <a:pt x="30447" y="148590"/>
                    </a:cubicBezTo>
                    <a:cubicBezTo>
                      <a:pt x="25685" y="144780"/>
                      <a:pt x="22827" y="139065"/>
                      <a:pt x="23780" y="132398"/>
                    </a:cubicBezTo>
                    <a:lnTo>
                      <a:pt x="29495" y="98108"/>
                    </a:lnTo>
                    <a:lnTo>
                      <a:pt x="4730" y="73342"/>
                    </a:lnTo>
                    <a:cubicBezTo>
                      <a:pt x="-33" y="68580"/>
                      <a:pt x="-985" y="62865"/>
                      <a:pt x="920" y="56198"/>
                    </a:cubicBezTo>
                    <a:cubicBezTo>
                      <a:pt x="2825" y="50483"/>
                      <a:pt x="7587" y="45720"/>
                      <a:pt x="14255" y="44767"/>
                    </a:cubicBezTo>
                    <a:lnTo>
                      <a:pt x="48545" y="40005"/>
                    </a:lnTo>
                    <a:lnTo>
                      <a:pt x="63785" y="8573"/>
                    </a:lnTo>
                    <a:cubicBezTo>
                      <a:pt x="69500" y="-2858"/>
                      <a:pt x="87597" y="-2858"/>
                      <a:pt x="93312" y="8573"/>
                    </a:cubicBezTo>
                    <a:lnTo>
                      <a:pt x="108552" y="40005"/>
                    </a:lnTo>
                    <a:lnTo>
                      <a:pt x="142842" y="44767"/>
                    </a:lnTo>
                    <a:cubicBezTo>
                      <a:pt x="148557" y="45720"/>
                      <a:pt x="154272" y="50483"/>
                      <a:pt x="156177" y="56198"/>
                    </a:cubicBezTo>
                    <a:cubicBezTo>
                      <a:pt x="158082" y="61913"/>
                      <a:pt x="156177" y="68580"/>
                      <a:pt x="152367" y="73342"/>
                    </a:cubicBezTo>
                    <a:lnTo>
                      <a:pt x="127602" y="98108"/>
                    </a:lnTo>
                    <a:lnTo>
                      <a:pt x="133317" y="132398"/>
                    </a:lnTo>
                    <a:cubicBezTo>
                      <a:pt x="134270" y="138113"/>
                      <a:pt x="131412" y="144780"/>
                      <a:pt x="126650" y="148590"/>
                    </a:cubicBezTo>
                    <a:cubicBezTo>
                      <a:pt x="122840" y="151448"/>
                      <a:pt x="116172" y="152400"/>
                      <a:pt x="110457" y="149542"/>
                    </a:cubicBezTo>
                    <a:lnTo>
                      <a:pt x="110457" y="14954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9" name="Google Shape;479;p31"/>
            <p:cNvSpPr/>
            <p:nvPr/>
          </p:nvSpPr>
          <p:spPr>
            <a:xfrm>
              <a:off x="1350851" y="3498247"/>
              <a:ext cx="158772" cy="52254"/>
            </a:xfrm>
            <a:custGeom>
              <a:avLst/>
              <a:gdLst/>
              <a:ahLst/>
              <a:cxnLst/>
              <a:rect l="l" t="t" r="r" b="b"/>
              <a:pathLst>
                <a:path w="300990" h="99059" extrusionOk="0">
                  <a:moveTo>
                    <a:pt x="267653" y="99060"/>
                  </a:moveTo>
                  <a:lnTo>
                    <a:pt x="300990" y="0"/>
                  </a:lnTo>
                  <a:lnTo>
                    <a:pt x="16193" y="0"/>
                  </a:lnTo>
                  <a:cubicBezTo>
                    <a:pt x="6668" y="0"/>
                    <a:pt x="0" y="7620"/>
                    <a:pt x="0" y="16193"/>
                  </a:cubicBezTo>
                  <a:lnTo>
                    <a:pt x="0" y="98107"/>
                  </a:lnTo>
                  <a:lnTo>
                    <a:pt x="267653" y="98107"/>
                  </a:lnTo>
                  <a:close/>
                  <a:moveTo>
                    <a:pt x="214313" y="33338"/>
                  </a:moveTo>
                  <a:cubicBezTo>
                    <a:pt x="223838" y="33338"/>
                    <a:pt x="230505" y="40957"/>
                    <a:pt x="230505" y="49530"/>
                  </a:cubicBezTo>
                  <a:cubicBezTo>
                    <a:pt x="230505" y="59055"/>
                    <a:pt x="222885" y="65722"/>
                    <a:pt x="214313" y="65722"/>
                  </a:cubicBezTo>
                  <a:cubicBezTo>
                    <a:pt x="205740" y="65722"/>
                    <a:pt x="198120" y="58103"/>
                    <a:pt x="198120" y="49530"/>
                  </a:cubicBezTo>
                  <a:cubicBezTo>
                    <a:pt x="197168" y="40005"/>
                    <a:pt x="204788" y="33338"/>
                    <a:pt x="214313" y="33338"/>
                  </a:cubicBezTo>
                  <a:lnTo>
                    <a:pt x="214313" y="33338"/>
                  </a:lnTo>
                  <a:close/>
                  <a:moveTo>
                    <a:pt x="148590" y="33338"/>
                  </a:moveTo>
                  <a:cubicBezTo>
                    <a:pt x="158115" y="33338"/>
                    <a:pt x="164783" y="40957"/>
                    <a:pt x="164783" y="49530"/>
                  </a:cubicBezTo>
                  <a:cubicBezTo>
                    <a:pt x="164783" y="59055"/>
                    <a:pt x="157163" y="65722"/>
                    <a:pt x="148590" y="65722"/>
                  </a:cubicBezTo>
                  <a:cubicBezTo>
                    <a:pt x="140018" y="65722"/>
                    <a:pt x="132398" y="58103"/>
                    <a:pt x="132398" y="49530"/>
                  </a:cubicBezTo>
                  <a:cubicBezTo>
                    <a:pt x="131445" y="40005"/>
                    <a:pt x="139065" y="33338"/>
                    <a:pt x="148590" y="33338"/>
                  </a:cubicBezTo>
                  <a:lnTo>
                    <a:pt x="148590" y="33338"/>
                  </a:lnTo>
                  <a:close/>
                  <a:moveTo>
                    <a:pt x="81915" y="33338"/>
                  </a:moveTo>
                  <a:cubicBezTo>
                    <a:pt x="91440" y="33338"/>
                    <a:pt x="98108" y="40957"/>
                    <a:pt x="98108" y="49530"/>
                  </a:cubicBezTo>
                  <a:cubicBezTo>
                    <a:pt x="98108" y="59055"/>
                    <a:pt x="90488" y="65722"/>
                    <a:pt x="81915" y="65722"/>
                  </a:cubicBezTo>
                  <a:cubicBezTo>
                    <a:pt x="72390" y="65722"/>
                    <a:pt x="65723" y="58103"/>
                    <a:pt x="65723" y="49530"/>
                  </a:cubicBezTo>
                  <a:cubicBezTo>
                    <a:pt x="65723" y="40005"/>
                    <a:pt x="73343" y="33338"/>
                    <a:pt x="81915" y="33338"/>
                  </a:cubicBezTo>
                  <a:lnTo>
                    <a:pt x="81915" y="3333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31"/>
            <p:cNvSpPr/>
            <p:nvPr/>
          </p:nvSpPr>
          <p:spPr>
            <a:xfrm>
              <a:off x="1350851" y="3498247"/>
              <a:ext cx="296442" cy="189421"/>
            </a:xfrm>
            <a:custGeom>
              <a:avLst/>
              <a:gdLst/>
              <a:ahLst/>
              <a:cxnLst/>
              <a:rect l="l" t="t" r="r" b="b"/>
              <a:pathLst>
                <a:path w="561975" h="359092" extrusionOk="0">
                  <a:moveTo>
                    <a:pt x="545783" y="0"/>
                  </a:moveTo>
                  <a:lnTo>
                    <a:pt x="336233" y="0"/>
                  </a:lnTo>
                  <a:lnTo>
                    <a:pt x="295275" y="120015"/>
                  </a:lnTo>
                  <a:cubicBezTo>
                    <a:pt x="293370" y="126682"/>
                    <a:pt x="286703" y="131445"/>
                    <a:pt x="280035" y="131445"/>
                  </a:cubicBezTo>
                  <a:lnTo>
                    <a:pt x="0" y="131445"/>
                  </a:lnTo>
                  <a:lnTo>
                    <a:pt x="0" y="342900"/>
                  </a:lnTo>
                  <a:cubicBezTo>
                    <a:pt x="0" y="352425"/>
                    <a:pt x="7620" y="359093"/>
                    <a:pt x="16193" y="359093"/>
                  </a:cubicBezTo>
                  <a:lnTo>
                    <a:pt x="147638" y="359093"/>
                  </a:lnTo>
                  <a:cubicBezTo>
                    <a:pt x="137160" y="345757"/>
                    <a:pt x="133350" y="329565"/>
                    <a:pt x="139065" y="313372"/>
                  </a:cubicBezTo>
                  <a:cubicBezTo>
                    <a:pt x="144780" y="295275"/>
                    <a:pt x="160020" y="282893"/>
                    <a:pt x="179070" y="280035"/>
                  </a:cubicBezTo>
                  <a:lnTo>
                    <a:pt x="218123" y="274320"/>
                  </a:lnTo>
                  <a:lnTo>
                    <a:pt x="236220" y="239078"/>
                  </a:lnTo>
                  <a:cubicBezTo>
                    <a:pt x="244793" y="222885"/>
                    <a:pt x="260985" y="212407"/>
                    <a:pt x="280035" y="212407"/>
                  </a:cubicBezTo>
                  <a:cubicBezTo>
                    <a:pt x="299085" y="212407"/>
                    <a:pt x="316230" y="222885"/>
                    <a:pt x="323850" y="239078"/>
                  </a:cubicBezTo>
                  <a:lnTo>
                    <a:pt x="341948" y="274320"/>
                  </a:lnTo>
                  <a:lnTo>
                    <a:pt x="381000" y="280035"/>
                  </a:lnTo>
                  <a:cubicBezTo>
                    <a:pt x="400050" y="282893"/>
                    <a:pt x="415290" y="295275"/>
                    <a:pt x="421005" y="313372"/>
                  </a:cubicBezTo>
                  <a:cubicBezTo>
                    <a:pt x="426720" y="329565"/>
                    <a:pt x="422910" y="346710"/>
                    <a:pt x="412433" y="359093"/>
                  </a:cubicBezTo>
                  <a:lnTo>
                    <a:pt x="545783" y="359093"/>
                  </a:lnTo>
                  <a:cubicBezTo>
                    <a:pt x="555308" y="359093"/>
                    <a:pt x="561975" y="351472"/>
                    <a:pt x="561975" y="342900"/>
                  </a:cubicBezTo>
                  <a:lnTo>
                    <a:pt x="561975" y="16193"/>
                  </a:lnTo>
                  <a:cubicBezTo>
                    <a:pt x="561975" y="7620"/>
                    <a:pt x="554355" y="0"/>
                    <a:pt x="545783" y="0"/>
                  </a:cubicBezTo>
                  <a:lnTo>
                    <a:pt x="545783" y="0"/>
                  </a:lnTo>
                  <a:close/>
                  <a:moveTo>
                    <a:pt x="444818" y="195263"/>
                  </a:moveTo>
                  <a:lnTo>
                    <a:pt x="115253" y="195263"/>
                  </a:lnTo>
                  <a:cubicBezTo>
                    <a:pt x="105728" y="195263"/>
                    <a:pt x="99060" y="187643"/>
                    <a:pt x="99060" y="179070"/>
                  </a:cubicBezTo>
                  <a:cubicBezTo>
                    <a:pt x="99060" y="169545"/>
                    <a:pt x="106680" y="162878"/>
                    <a:pt x="115253" y="162878"/>
                  </a:cubicBezTo>
                  <a:lnTo>
                    <a:pt x="444818" y="162878"/>
                  </a:lnTo>
                  <a:cubicBezTo>
                    <a:pt x="454343" y="162878"/>
                    <a:pt x="461010" y="170497"/>
                    <a:pt x="461010" y="179070"/>
                  </a:cubicBezTo>
                  <a:cubicBezTo>
                    <a:pt x="461010" y="187643"/>
                    <a:pt x="453390" y="195263"/>
                    <a:pt x="444818" y="195263"/>
                  </a:cubicBezTo>
                  <a:lnTo>
                    <a:pt x="444818" y="1952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7" name="Google Shape;497;p31"/>
          <p:cNvGrpSpPr/>
          <p:nvPr/>
        </p:nvGrpSpPr>
        <p:grpSpPr>
          <a:xfrm>
            <a:off x="1738925" y="4718600"/>
            <a:ext cx="5666144" cy="116400"/>
            <a:chOff x="1738925" y="4718600"/>
            <a:chExt cx="5666144" cy="116400"/>
          </a:xfrm>
        </p:grpSpPr>
        <p:sp>
          <p:nvSpPr>
            <p:cNvPr id="498" name="Google Shape;498;p31">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9" name="Google Shape;499;p31">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0" name="Google Shape;500;p31">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1" name="Google Shape;501;p31">
              <a:hlinkClick r:id="rId5"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2" name="Google Shape;502;p31">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3" name="Google Shape;503;p31">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4" name="Google Shape;504;p31">
              <a:hlinkClick r:id="rId8" action="ppaction://hlinksldjump"/>
            </p:cNvPr>
            <p:cNvSpPr/>
            <p:nvPr/>
          </p:nvSpPr>
          <p:spPr>
            <a:xfrm>
              <a:off x="3783567"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5" name="Google Shape;505;p31">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6" name="Google Shape;506;p31">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7" name="Google Shape;507;p31">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8" name="Google Shape;508;p31">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9" name="Google Shape;509;p31">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0" name="Google Shape;510;p31">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1" name="Google Shape;511;p31">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2" name="Google Shape;512;p31">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3" name="Google Shape;513;p31">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4" name="Google Shape;514;p31">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5" name="Google Shape;515;p31">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6" name="Google Shape;516;p31">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7" name="Google Shape;517;p31">
              <a:hlinkClick r:id="rId1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8" name="TextBox 17">
            <a:extLst>
              <a:ext uri="{FF2B5EF4-FFF2-40B4-BE49-F238E27FC236}">
                <a16:creationId xmlns:a16="http://schemas.microsoft.com/office/drawing/2014/main" id="{9195F9E3-AA04-570E-66E9-9C98992FA075}"/>
              </a:ext>
            </a:extLst>
          </p:cNvPr>
          <p:cNvSpPr txBox="1"/>
          <p:nvPr/>
        </p:nvSpPr>
        <p:spPr>
          <a:xfrm>
            <a:off x="435567" y="942262"/>
            <a:ext cx="8448552" cy="3693319"/>
          </a:xfrm>
          <a:prstGeom prst="rect">
            <a:avLst/>
          </a:prstGeom>
          <a:noFill/>
        </p:spPr>
        <p:txBody>
          <a:bodyPr wrap="square" rtlCol="0">
            <a:spAutoFit/>
          </a:bodyPr>
          <a:lstStyle/>
          <a:p>
            <a:r>
              <a:rPr lang="en-US" sz="1100" b="1" dirty="0"/>
              <a:t>1. Data Quality Issues</a:t>
            </a:r>
          </a:p>
          <a:p>
            <a:r>
              <a:rPr lang="en-US" sz="1100" dirty="0"/>
              <a:t>Predictions depend heavily on accurate sales, inventory, and delivery data; missing or inconsistent data can reduce model reliability.</a:t>
            </a:r>
          </a:p>
          <a:p>
            <a:endParaRPr lang="en-US" sz="1100" dirty="0"/>
          </a:p>
          <a:p>
            <a:r>
              <a:rPr lang="en-US" sz="1100" b="1" dirty="0"/>
              <a:t>2. Limited Historical Seasonal Data</a:t>
            </a:r>
          </a:p>
          <a:p>
            <a:r>
              <a:rPr lang="en-US" sz="1100" dirty="0"/>
              <a:t>Insufficient past seasonal records may weaken the model’s ability to detect long-term patterns.</a:t>
            </a:r>
          </a:p>
          <a:p>
            <a:endParaRPr lang="en-US" sz="1100" dirty="0"/>
          </a:p>
          <a:p>
            <a:r>
              <a:rPr lang="en-US" sz="1100" b="1" dirty="0"/>
              <a:t>3. External Factors Not Fully Captured</a:t>
            </a:r>
          </a:p>
          <a:p>
            <a:r>
              <a:rPr lang="en-US" sz="1100" dirty="0"/>
              <a:t>Sudden events like supply disruptions, new fashion trends, weather anomalies, or policy changes may not be reflected in the model.</a:t>
            </a:r>
          </a:p>
          <a:p>
            <a:endParaRPr lang="en-US" sz="1100" dirty="0"/>
          </a:p>
          <a:p>
            <a:r>
              <a:rPr lang="en-US" sz="1100" b="1" dirty="0"/>
              <a:t>4. Model Assumptions</a:t>
            </a:r>
          </a:p>
          <a:p>
            <a:r>
              <a:rPr lang="en-US" sz="1100" dirty="0"/>
              <a:t>Machine learning models assume historical patterns repeat; unexpected behavior may cause prediction deviations.</a:t>
            </a:r>
          </a:p>
          <a:p>
            <a:endParaRPr lang="en-US" sz="1100" dirty="0"/>
          </a:p>
          <a:p>
            <a:r>
              <a:rPr lang="en-US" sz="1100" b="1" dirty="0"/>
              <a:t>5. Delivery &amp; Logistics Variability</a:t>
            </a:r>
          </a:p>
          <a:p>
            <a:r>
              <a:rPr lang="en-US" sz="1100" dirty="0"/>
              <a:t>Changes in courier performance, delays, or cancellations can significantly affect “Effective Demand” accuracy.</a:t>
            </a:r>
          </a:p>
          <a:p>
            <a:endParaRPr lang="en-US" sz="1100" dirty="0"/>
          </a:p>
          <a:p>
            <a:r>
              <a:rPr lang="en-US" sz="1100" b="1" dirty="0"/>
              <a:t>6. Inventory Dependency</a:t>
            </a:r>
          </a:p>
          <a:p>
            <a:r>
              <a:rPr lang="en-US" sz="1100" dirty="0"/>
              <a:t>Incorrect or delayed inventory updates can lead to inaccurate forecast outcomes.</a:t>
            </a:r>
          </a:p>
          <a:p>
            <a:endParaRPr lang="en-US" sz="1100" dirty="0"/>
          </a:p>
          <a:p>
            <a:r>
              <a:rPr lang="en-US" sz="1100" b="1" dirty="0"/>
              <a:t>7. Overfitting Risk</a:t>
            </a:r>
          </a:p>
          <a:p>
            <a:r>
              <a:rPr lang="en-US" sz="1100" dirty="0"/>
              <a:t>Model may perform well on training data but poorly on unseen future data if not properly tuned.</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2"/>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a:t>
            </a:r>
            <a:endParaRPr dirty="0"/>
          </a:p>
        </p:txBody>
      </p:sp>
      <p:grpSp>
        <p:nvGrpSpPr>
          <p:cNvPr id="535" name="Google Shape;535;p32"/>
          <p:cNvGrpSpPr/>
          <p:nvPr/>
        </p:nvGrpSpPr>
        <p:grpSpPr>
          <a:xfrm>
            <a:off x="1738925" y="4718600"/>
            <a:ext cx="5666144" cy="116400"/>
            <a:chOff x="1738925" y="4718600"/>
            <a:chExt cx="5666144" cy="116400"/>
          </a:xfrm>
        </p:grpSpPr>
        <p:sp>
          <p:nvSpPr>
            <p:cNvPr id="536" name="Google Shape;536;p32">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7" name="Google Shape;537;p32">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8" name="Google Shape;538;p32">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9" name="Google Shape;539;p32">
              <a:hlinkClick r:id="rId5"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0" name="Google Shape;540;p32">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1" name="Google Shape;541;p32">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2" name="Google Shape;542;p32">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3" name="Google Shape;543;p32">
              <a:hlinkClick r:id="rId9" action="ppaction://hlinksldjump"/>
            </p:cNvPr>
            <p:cNvSpPr/>
            <p:nvPr/>
          </p:nvSpPr>
          <p:spPr>
            <a:xfrm>
              <a:off x="4075659"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4" name="Google Shape;544;p32">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5" name="Google Shape;545;p32">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6" name="Google Shape;546;p32">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7" name="Google Shape;547;p32">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8" name="Google Shape;548;p32">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9" name="Google Shape;549;p32">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0" name="Google Shape;550;p32">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1" name="Google Shape;551;p32">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2" name="Google Shape;552;p32">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3" name="Google Shape;553;p32">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4" name="Google Shape;554;p32">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5" name="Google Shape;555;p32">
              <a:hlinkClick r:id="rId1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5" name="TextBox 24">
            <a:extLst>
              <a:ext uri="{FF2B5EF4-FFF2-40B4-BE49-F238E27FC236}">
                <a16:creationId xmlns:a16="http://schemas.microsoft.com/office/drawing/2014/main" id="{42F95A3F-1377-F208-166A-9D9BD6B5BBCA}"/>
              </a:ext>
            </a:extLst>
          </p:cNvPr>
          <p:cNvSpPr txBox="1"/>
          <p:nvPr/>
        </p:nvSpPr>
        <p:spPr>
          <a:xfrm>
            <a:off x="795130" y="1364974"/>
            <a:ext cx="6380922" cy="2677656"/>
          </a:xfrm>
          <a:prstGeom prst="rect">
            <a:avLst/>
          </a:prstGeom>
          <a:noFill/>
        </p:spPr>
        <p:txBody>
          <a:bodyPr wrap="square" rtlCol="0">
            <a:spAutoFit/>
          </a:bodyPr>
          <a:lstStyle/>
          <a:p>
            <a:r>
              <a:rPr lang="en-US" sz="1200" b="1" dirty="0"/>
              <a:t>Chase, C. W.</a:t>
            </a:r>
            <a:r>
              <a:rPr lang="en-US" sz="1200" dirty="0"/>
              <a:t> (2013). </a:t>
            </a:r>
            <a:r>
              <a:rPr lang="en-US" sz="1200" i="1" dirty="0"/>
              <a:t>Demand-Driven Forecasting: A Structured Approach to Forecasting</a:t>
            </a:r>
            <a:r>
              <a:rPr lang="en-US" sz="1200" dirty="0"/>
              <a:t>. Wiley.</a:t>
            </a:r>
          </a:p>
          <a:p>
            <a:endParaRPr lang="en-US" sz="1200" dirty="0"/>
          </a:p>
          <a:p>
            <a:r>
              <a:rPr lang="en-US" sz="1200" b="1" dirty="0"/>
              <a:t>Hyndman, R. J., &amp; Athanasopoulos, G.</a:t>
            </a:r>
            <a:r>
              <a:rPr lang="en-US" sz="1200" dirty="0"/>
              <a:t> (2021). </a:t>
            </a:r>
            <a:r>
              <a:rPr lang="en-US" sz="1200" i="1" dirty="0"/>
              <a:t>Forecasting: Principles and Practice</a:t>
            </a:r>
            <a:r>
              <a:rPr lang="en-US" sz="1200" dirty="0"/>
              <a:t> (3rd ed.). </a:t>
            </a:r>
            <a:r>
              <a:rPr lang="en-US" sz="1200" dirty="0" err="1"/>
              <a:t>OTexts</a:t>
            </a:r>
            <a:r>
              <a:rPr lang="en-US" sz="1200" dirty="0"/>
              <a:t>.</a:t>
            </a:r>
          </a:p>
          <a:p>
            <a:endParaRPr lang="en-US" sz="1200" dirty="0"/>
          </a:p>
          <a:p>
            <a:r>
              <a:rPr lang="en-US" sz="1200" b="1" dirty="0"/>
              <a:t>Fildes, R., &amp; Goodwin, P.</a:t>
            </a:r>
            <a:r>
              <a:rPr lang="en-US" sz="1200" dirty="0"/>
              <a:t> (2020). "Forecasting Decision Support Systems: Past, Present, and Future." </a:t>
            </a:r>
            <a:r>
              <a:rPr lang="en-US" sz="1200" i="1" dirty="0"/>
              <a:t>International Journal of Forecasting</a:t>
            </a:r>
            <a:r>
              <a:rPr lang="en-US" sz="1200" dirty="0"/>
              <a:t>.</a:t>
            </a:r>
          </a:p>
          <a:p>
            <a:endParaRPr lang="en-US" sz="1200" dirty="0"/>
          </a:p>
          <a:p>
            <a:r>
              <a:rPr lang="en-US" sz="1200" b="1" dirty="0"/>
              <a:t>Kumar, S. &amp; Chatterjee, A.</a:t>
            </a:r>
            <a:r>
              <a:rPr lang="en-US" sz="1200" dirty="0"/>
              <a:t> (2020). "Demand Forecasting in E-commerce Using Machine Learning Techniques." </a:t>
            </a:r>
            <a:r>
              <a:rPr lang="en-US" sz="1200" i="1" dirty="0"/>
              <a:t>Journal of Retail Analytics</a:t>
            </a:r>
            <a:r>
              <a:rPr lang="en-US" sz="1200" dirty="0"/>
              <a:t>.</a:t>
            </a:r>
          </a:p>
          <a:p>
            <a:endParaRPr lang="en-US" sz="1200" dirty="0"/>
          </a:p>
          <a:p>
            <a:r>
              <a:rPr lang="en-US" sz="1200" b="1" dirty="0"/>
              <a:t>Kaggle Datasets</a:t>
            </a:r>
            <a:r>
              <a:rPr lang="en-US" sz="1200" dirty="0"/>
              <a:t> – Public retail and seasonal demand datasets used for benchmark comparisons.</a:t>
            </a:r>
            <a:endParaRPr lang="en-IN"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35"/>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Acknowledgement</a:t>
            </a:r>
            <a:endParaRPr dirty="0"/>
          </a:p>
        </p:txBody>
      </p:sp>
      <p:grpSp>
        <p:nvGrpSpPr>
          <p:cNvPr id="632" name="Google Shape;632;p35"/>
          <p:cNvGrpSpPr/>
          <p:nvPr/>
        </p:nvGrpSpPr>
        <p:grpSpPr>
          <a:xfrm>
            <a:off x="1738925" y="4718600"/>
            <a:ext cx="5666144" cy="116400"/>
            <a:chOff x="1738925" y="4718600"/>
            <a:chExt cx="5666144" cy="116400"/>
          </a:xfrm>
        </p:grpSpPr>
        <p:sp>
          <p:nvSpPr>
            <p:cNvPr id="633" name="Google Shape;633;p35">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4" name="Google Shape;634;p35">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5" name="Google Shape;635;p35">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6" name="Google Shape;636;p35">
              <a:hlinkClick r:id="rId5"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7" name="Google Shape;637;p35">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8" name="Google Shape;638;p35">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9" name="Google Shape;639;p35">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0" name="Google Shape;640;p35">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1" name="Google Shape;641;p35">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2" name="Google Shape;642;p35">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3" name="Google Shape;643;p35">
              <a:hlinkClick r:id="rId12" action="ppaction://hlinksldjump"/>
            </p:cNvPr>
            <p:cNvSpPr/>
            <p:nvPr/>
          </p:nvSpPr>
          <p:spPr>
            <a:xfrm>
              <a:off x="4951934" y="4718600"/>
              <a:ext cx="116400" cy="1164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4" name="Google Shape;644;p35">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5" name="Google Shape;645;p35">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6" name="Google Shape;646;p35">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7" name="Google Shape;647;p35">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8" name="Google Shape;648;p35">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9" name="Google Shape;649;p35">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50" name="Google Shape;650;p35">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51" name="Google Shape;651;p35">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52" name="Google Shape;652;p35">
              <a:hlinkClick r:id="rId1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3" name="TextBox 2">
            <a:extLst>
              <a:ext uri="{FF2B5EF4-FFF2-40B4-BE49-F238E27FC236}">
                <a16:creationId xmlns:a16="http://schemas.microsoft.com/office/drawing/2014/main" id="{93097D42-EA4C-DAC4-0AE5-8A4F2E1E130D}"/>
              </a:ext>
            </a:extLst>
          </p:cNvPr>
          <p:cNvSpPr txBox="1"/>
          <p:nvPr/>
        </p:nvSpPr>
        <p:spPr>
          <a:xfrm>
            <a:off x="921025" y="1490870"/>
            <a:ext cx="6191951" cy="2246769"/>
          </a:xfrm>
          <a:prstGeom prst="rect">
            <a:avLst/>
          </a:prstGeom>
          <a:noFill/>
        </p:spPr>
        <p:txBody>
          <a:bodyPr wrap="square" rtlCol="0">
            <a:spAutoFit/>
          </a:bodyPr>
          <a:lstStyle/>
          <a:p>
            <a:r>
              <a:rPr lang="en-US" dirty="0"/>
              <a:t>We would like to express our sincere gratitude to everyone who contributed to the successful completion of this project. We extend our thanks to our mentors and faculty for their valuable guidance, insightful feedback, and continuous support. We also acknowledge the resources, datasets, and tools that enabled us to apply advanced data analytics and machine learning techniques effectively.</a:t>
            </a:r>
          </a:p>
          <a:p>
            <a:r>
              <a:rPr lang="en-US" dirty="0"/>
              <a:t>Finally, we are grateful to our team members for their collaboration, dedication, and commitment throughout the development of the </a:t>
            </a:r>
            <a:r>
              <a:rPr lang="en-US" i="1" dirty="0"/>
              <a:t>Seasonal Demand Prediction</a:t>
            </a:r>
            <a:r>
              <a:rPr lang="en-US" dirty="0"/>
              <a:t> system.</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6C853-DEA8-6916-7C5E-5E699487A8B5}"/>
              </a:ext>
            </a:extLst>
          </p:cNvPr>
          <p:cNvSpPr>
            <a:spLocks noGrp="1"/>
          </p:cNvSpPr>
          <p:nvPr>
            <p:ph type="title"/>
          </p:nvPr>
        </p:nvSpPr>
        <p:spPr/>
        <p:txBody>
          <a:bodyPr/>
          <a:lstStyle/>
          <a:p>
            <a:r>
              <a:rPr lang="en-US" dirty="0"/>
              <a:t>Conclusion</a:t>
            </a:r>
            <a:endParaRPr lang="en-IN" dirty="0"/>
          </a:p>
        </p:txBody>
      </p:sp>
      <p:sp>
        <p:nvSpPr>
          <p:cNvPr id="3" name="TextBox 2">
            <a:extLst>
              <a:ext uri="{FF2B5EF4-FFF2-40B4-BE49-F238E27FC236}">
                <a16:creationId xmlns:a16="http://schemas.microsoft.com/office/drawing/2014/main" id="{2D1C3136-1FBC-7203-079B-42098A716A9F}"/>
              </a:ext>
            </a:extLst>
          </p:cNvPr>
          <p:cNvSpPr txBox="1"/>
          <p:nvPr/>
        </p:nvSpPr>
        <p:spPr>
          <a:xfrm>
            <a:off x="516835" y="1186069"/>
            <a:ext cx="3511825" cy="1323439"/>
          </a:xfrm>
          <a:prstGeom prst="rect">
            <a:avLst/>
          </a:prstGeom>
          <a:noFill/>
        </p:spPr>
        <p:txBody>
          <a:bodyPr wrap="square" rtlCol="0">
            <a:spAutoFit/>
          </a:bodyPr>
          <a:lstStyle/>
          <a:p>
            <a:r>
              <a:rPr lang="en-US" sz="1100" dirty="0"/>
              <a:t>This project moves the business from </a:t>
            </a:r>
            <a:r>
              <a:rPr lang="en-US" sz="1100" b="1" dirty="0"/>
              <a:t>reactive</a:t>
            </a:r>
            <a:r>
              <a:rPr lang="en-US" sz="1100" dirty="0"/>
              <a:t> (restocking after running out) to </a:t>
            </a:r>
            <a:r>
              <a:rPr lang="en-US" sz="1100" b="1" dirty="0"/>
              <a:t>proactive</a:t>
            </a:r>
            <a:r>
              <a:rPr lang="en-US" sz="1100" dirty="0"/>
              <a:t> (stocking based on predicted effective demand). The target accuracy of 88% ensures that the supply chain is resilient enough to handle seasonal fluctuations without overstocking dead inventory.</a:t>
            </a:r>
          </a:p>
          <a:p>
            <a:endParaRPr lang="en-IN" dirty="0"/>
          </a:p>
        </p:txBody>
      </p:sp>
      <p:pic>
        <p:nvPicPr>
          <p:cNvPr id="11" name="Picture 10">
            <a:extLst>
              <a:ext uri="{FF2B5EF4-FFF2-40B4-BE49-F238E27FC236}">
                <a16:creationId xmlns:a16="http://schemas.microsoft.com/office/drawing/2014/main" id="{5C28EF6D-AD0E-2012-4BD1-7A9A8674C402}"/>
              </a:ext>
            </a:extLst>
          </p:cNvPr>
          <p:cNvPicPr>
            <a:picLocks noChangeAspect="1"/>
          </p:cNvPicPr>
          <p:nvPr/>
        </p:nvPicPr>
        <p:blipFill>
          <a:blip r:embed="rId2"/>
          <a:stretch>
            <a:fillRect/>
          </a:stretch>
        </p:blipFill>
        <p:spPr>
          <a:xfrm>
            <a:off x="4441451" y="710282"/>
            <a:ext cx="2484782" cy="1749287"/>
          </a:xfrm>
          <a:prstGeom prst="rect">
            <a:avLst/>
          </a:prstGeom>
        </p:spPr>
      </p:pic>
      <p:pic>
        <p:nvPicPr>
          <p:cNvPr id="13" name="Picture 12">
            <a:extLst>
              <a:ext uri="{FF2B5EF4-FFF2-40B4-BE49-F238E27FC236}">
                <a16:creationId xmlns:a16="http://schemas.microsoft.com/office/drawing/2014/main" id="{8EA126B7-B31F-052B-A990-D234A8E411F1}"/>
              </a:ext>
            </a:extLst>
          </p:cNvPr>
          <p:cNvPicPr>
            <a:picLocks noChangeAspect="1"/>
          </p:cNvPicPr>
          <p:nvPr/>
        </p:nvPicPr>
        <p:blipFill>
          <a:blip r:embed="rId3"/>
          <a:stretch>
            <a:fillRect/>
          </a:stretch>
        </p:blipFill>
        <p:spPr>
          <a:xfrm>
            <a:off x="1264324" y="2683931"/>
            <a:ext cx="4202197" cy="2117257"/>
          </a:xfrm>
          <a:prstGeom prst="rect">
            <a:avLst/>
          </a:prstGeom>
        </p:spPr>
      </p:pic>
      <p:pic>
        <p:nvPicPr>
          <p:cNvPr id="15" name="Picture 14">
            <a:extLst>
              <a:ext uri="{FF2B5EF4-FFF2-40B4-BE49-F238E27FC236}">
                <a16:creationId xmlns:a16="http://schemas.microsoft.com/office/drawing/2014/main" id="{80912532-F38B-6EC3-0BBB-B5755197962B}"/>
              </a:ext>
            </a:extLst>
          </p:cNvPr>
          <p:cNvPicPr>
            <a:picLocks noChangeAspect="1"/>
          </p:cNvPicPr>
          <p:nvPr/>
        </p:nvPicPr>
        <p:blipFill>
          <a:blip r:embed="rId4"/>
          <a:stretch>
            <a:fillRect/>
          </a:stretch>
        </p:blipFill>
        <p:spPr>
          <a:xfrm>
            <a:off x="5698591" y="2683931"/>
            <a:ext cx="2928573" cy="2043191"/>
          </a:xfrm>
          <a:prstGeom prst="rect">
            <a:avLst/>
          </a:prstGeom>
        </p:spPr>
      </p:pic>
    </p:spTree>
    <p:extLst>
      <p:ext uri="{BB962C8B-B14F-4D97-AF65-F5344CB8AC3E}">
        <p14:creationId xmlns:p14="http://schemas.microsoft.com/office/powerpoint/2010/main" val="2497498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F8F58-5D20-63F2-A06A-382E5C8117E6}"/>
              </a:ext>
            </a:extLst>
          </p:cNvPr>
          <p:cNvSpPr>
            <a:spLocks noGrp="1"/>
          </p:cNvSpPr>
          <p:nvPr>
            <p:ph type="title"/>
          </p:nvPr>
        </p:nvSpPr>
        <p:spPr>
          <a:xfrm>
            <a:off x="720000" y="715617"/>
            <a:ext cx="7704000" cy="1856133"/>
          </a:xfrm>
        </p:spPr>
        <p:txBody>
          <a:bodyPr/>
          <a:lstStyle/>
          <a:p>
            <a:r>
              <a:rPr lang="en" dirty="0"/>
              <a:t>                                                                                                                                                            </a:t>
            </a:r>
            <a:endParaRPr lang="en-IN" sz="4400" dirty="0"/>
          </a:p>
        </p:txBody>
      </p:sp>
      <p:sp>
        <p:nvSpPr>
          <p:cNvPr id="3" name="TextBox 2">
            <a:extLst>
              <a:ext uri="{FF2B5EF4-FFF2-40B4-BE49-F238E27FC236}">
                <a16:creationId xmlns:a16="http://schemas.microsoft.com/office/drawing/2014/main" id="{358360C4-F7EA-517D-39BA-3FDFDFAC2A5E}"/>
              </a:ext>
            </a:extLst>
          </p:cNvPr>
          <p:cNvSpPr txBox="1"/>
          <p:nvPr/>
        </p:nvSpPr>
        <p:spPr>
          <a:xfrm>
            <a:off x="2869095" y="2371695"/>
            <a:ext cx="2902226" cy="400110"/>
          </a:xfrm>
          <a:prstGeom prst="rect">
            <a:avLst/>
          </a:prstGeom>
          <a:noFill/>
        </p:spPr>
        <p:txBody>
          <a:bodyPr wrap="square" rtlCol="0">
            <a:spAutoFit/>
          </a:bodyPr>
          <a:lstStyle/>
          <a:p>
            <a:r>
              <a:rPr lang="en-US" sz="2000" dirty="0">
                <a:latin typeface="Copperplate Gothic Bold" panose="020E0705020206020404" pitchFamily="34" charset="0"/>
              </a:rPr>
              <a:t>               THANKS</a:t>
            </a:r>
            <a:r>
              <a:rPr lang="en-US" dirty="0"/>
              <a:t> </a:t>
            </a:r>
            <a:endParaRPr lang="en-IN" dirty="0"/>
          </a:p>
        </p:txBody>
      </p:sp>
    </p:spTree>
    <p:extLst>
      <p:ext uri="{BB962C8B-B14F-4D97-AF65-F5344CB8AC3E}">
        <p14:creationId xmlns:p14="http://schemas.microsoft.com/office/powerpoint/2010/main" val="3320681183"/>
      </p:ext>
    </p:extLst>
  </p:cSld>
  <p:clrMapOvr>
    <a:masterClrMapping/>
  </p:clrMapOvr>
</p:sld>
</file>

<file path=ppt/theme/theme1.xml><?xml version="1.0" encoding="utf-8"?>
<a:theme xmlns:a="http://schemas.openxmlformats.org/drawingml/2006/main" name="Quoting App Pitch Deck by Slidesgo">
  <a:themeElements>
    <a:clrScheme name="Simple Light">
      <a:dk1>
        <a:srgbClr val="24282A"/>
      </a:dk1>
      <a:lt1>
        <a:srgbClr val="F1E7D6"/>
      </a:lt1>
      <a:dk2>
        <a:srgbClr val="FCF6E7"/>
      </a:dk2>
      <a:lt2>
        <a:srgbClr val="EEBB90"/>
      </a:lt2>
      <a:accent1>
        <a:srgbClr val="E6907D"/>
      </a:accent1>
      <a:accent2>
        <a:srgbClr val="DD4F3D"/>
      </a:accent2>
      <a:accent3>
        <a:srgbClr val="BBC8BA"/>
      </a:accent3>
      <a:accent4>
        <a:srgbClr val="538786"/>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772</Words>
  <Application>Microsoft Office PowerPoint</Application>
  <PresentationFormat>On-screen Show (16:9)</PresentationFormat>
  <Paragraphs>90</Paragraphs>
  <Slides>11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Barlow Medium</vt:lpstr>
      <vt:lpstr>Darker Grotesque</vt:lpstr>
      <vt:lpstr>Nunito Light</vt:lpstr>
      <vt:lpstr>Copperplate Gothic Bold</vt:lpstr>
      <vt:lpstr>Darker Grotesque Black</vt:lpstr>
      <vt:lpstr>Calibri</vt:lpstr>
      <vt:lpstr>Open Sans</vt:lpstr>
      <vt:lpstr>Arial</vt:lpstr>
      <vt:lpstr>Quoting App Pitch Deck by Slidesgo</vt:lpstr>
      <vt:lpstr>Seasonal Demand Prediction</vt:lpstr>
      <vt:lpstr>Table of contents</vt:lpstr>
      <vt:lpstr>What We Are Presenting?</vt:lpstr>
      <vt:lpstr>Introduction</vt:lpstr>
      <vt:lpstr>Introduction</vt:lpstr>
      <vt:lpstr>Workflow and Methodology</vt:lpstr>
      <vt:lpstr>Caveats &amp; Limitations</vt:lpstr>
      <vt:lpstr>Reference</vt:lpstr>
      <vt:lpstr>Acknowledgement</vt:lpstr>
      <vt:lpstr>Conclusion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krishalini.1112@outlook.com</cp:lastModifiedBy>
  <cp:revision>2</cp:revision>
  <dcterms:modified xsi:type="dcterms:W3CDTF">2025-12-04T18:01:49Z</dcterms:modified>
</cp:coreProperties>
</file>